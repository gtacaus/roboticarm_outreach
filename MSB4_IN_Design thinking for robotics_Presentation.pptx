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 id="2147483660" r:id="rId2"/>
  </p:sldMasterIdLst>
  <p:notesMasterIdLst>
    <p:notesMasterId r:id="rId6"/>
  </p:notesMasterIdLst>
  <p:sldIdLst>
    <p:sldId id="256" r:id="rId3"/>
    <p:sldId id="282" r:id="rId4"/>
    <p:sldId id="314" r:id="rId5"/>
  </p:sldIdLst>
  <p:sldSz cx="18288000" cy="10287000"/>
  <p:notesSz cx="6858000" cy="9144000"/>
  <p:embeddedFontLst>
    <p:embeddedFont>
      <p:font typeface="Figtree" pitchFamily="2" charset="0"/>
      <p:regular r:id="rId7"/>
      <p:bold r:id="rId8"/>
      <p:italic r:id="rId9"/>
      <p:boldItalic r:id="rId1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A0CEF49-3549-ACFD-F421-E1F46DCDADC5}" name="richard" initials="r" userId="S-1-5-21-1238475094-3994843231-900225137-3159" providerId="AD"/>
  <p188:author id="{7C273CE7-3EF9-D014-B045-6936ABFCBE14}" name="Matthew Bird 2" initials="MB2" userId="S::Matthew.Bird2@education.vic.gov.au::d6e2d8c7-5c2a-4f4a-8b05-04e8e4c3a23b"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C1AEF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737" autoAdjust="0"/>
    <p:restoredTop sz="78367" autoAdjust="0"/>
  </p:normalViewPr>
  <p:slideViewPr>
    <p:cSldViewPr>
      <p:cViewPr varScale="1">
        <p:scale>
          <a:sx n="66" d="100"/>
          <a:sy n="66" d="100"/>
        </p:scale>
        <p:origin x="1616" y="19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2.fntdata"/><Relationship Id="rId13"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font" Target="fonts/font1.fntdata"/><Relationship Id="rId12" Type="http://schemas.openxmlformats.org/officeDocument/2006/relationships/viewProps" Target="view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openxmlformats.org/officeDocument/2006/relationships/presProps" Target="presProps.xml"/><Relationship Id="rId5" Type="http://schemas.openxmlformats.org/officeDocument/2006/relationships/slide" Target="slides/slide3.xml"/><Relationship Id="rId15" Type="http://schemas.microsoft.com/office/2018/10/relationships/authors" Target="authors.xml"/><Relationship Id="rId10" Type="http://schemas.openxmlformats.org/officeDocument/2006/relationships/font" Target="fonts/font4.fntdata"/><Relationship Id="rId4" Type="http://schemas.openxmlformats.org/officeDocument/2006/relationships/slide" Target="slides/slide2.xml"/><Relationship Id="rId9" Type="http://schemas.openxmlformats.org/officeDocument/2006/relationships/font" Target="fonts/font3.fntdata"/><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atin typeface="Figtree" pitchFamily="2" charset="0"/>
              </a:defRPr>
            </a:lvl1pPr>
          </a:lstStyle>
          <a:p>
            <a:endParaRPr lang="cs-CZ" dirty="0"/>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atin typeface="Figtree" pitchFamily="2" charset="0"/>
              </a:defRPr>
            </a:lvl1pPr>
          </a:lstStyle>
          <a:p>
            <a:fld id="{B7268E1E-0E44-426D-905E-8AD9B19D2182}" type="datetimeFigureOut">
              <a:rPr lang="cs-CZ" smtClean="0"/>
              <a:pPr/>
              <a:t>20.04.2026</a:t>
            </a:fld>
            <a:endParaRPr lang="cs-CZ" dirty="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dirty="0"/>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cs-CZ"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atin typeface="Figtree" pitchFamily="2" charset="0"/>
              </a:defRPr>
            </a:lvl1pPr>
          </a:lstStyle>
          <a:p>
            <a:endParaRPr lang="cs-CZ" dirty="0"/>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atin typeface="Figtree" pitchFamily="2" charset="0"/>
              </a:defRPr>
            </a:lvl1pPr>
          </a:lstStyle>
          <a:p>
            <a:fld id="{871B2431-D351-4C6E-A3CF-9DFAC0E3E050}" type="slidenum">
              <a:rPr lang="cs-CZ" smtClean="0"/>
              <a:pPr/>
              <a:t>‹#›</a:t>
            </a:fld>
            <a:endParaRPr lang="cs-CZ" dirty="0"/>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Figtree" pitchFamily="2" charset="0"/>
        <a:ea typeface="+mn-ea"/>
        <a:cs typeface="+mn-cs"/>
      </a:defRPr>
    </a:lvl1pPr>
    <a:lvl2pPr marL="457200" algn="l" defTabSz="914400" rtl="0" eaLnBrk="1" latinLnBrk="0" hangingPunct="1">
      <a:defRPr sz="1200" kern="1200">
        <a:solidFill>
          <a:schemeClr val="tx1"/>
        </a:solidFill>
        <a:latin typeface="Figtree" pitchFamily="2" charset="0"/>
        <a:ea typeface="+mn-ea"/>
        <a:cs typeface="+mn-cs"/>
      </a:defRPr>
    </a:lvl2pPr>
    <a:lvl3pPr marL="914400" algn="l" defTabSz="914400" rtl="0" eaLnBrk="1" latinLnBrk="0" hangingPunct="1">
      <a:defRPr sz="1200" kern="1200">
        <a:solidFill>
          <a:schemeClr val="tx1"/>
        </a:solidFill>
        <a:latin typeface="Figtree" pitchFamily="2" charset="0"/>
        <a:ea typeface="+mn-ea"/>
        <a:cs typeface="+mn-cs"/>
      </a:defRPr>
    </a:lvl3pPr>
    <a:lvl4pPr marL="1371600" algn="l" defTabSz="914400" rtl="0" eaLnBrk="1" latinLnBrk="0" hangingPunct="1">
      <a:defRPr sz="1200" kern="1200">
        <a:solidFill>
          <a:schemeClr val="tx1"/>
        </a:solidFill>
        <a:latin typeface="Figtree" pitchFamily="2" charset="0"/>
        <a:ea typeface="+mn-ea"/>
        <a:cs typeface="+mn-cs"/>
      </a:defRPr>
    </a:lvl4pPr>
    <a:lvl5pPr marL="1828800" algn="l" defTabSz="914400" rtl="0" eaLnBrk="1" latinLnBrk="0" hangingPunct="1">
      <a:defRPr sz="1200" kern="1200">
        <a:solidFill>
          <a:schemeClr val="tx1"/>
        </a:solidFill>
        <a:latin typeface="Figtree"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roboarm.gtac.edu.au/biomimicry-library.html" TargetMode="External"/><Relationship Id="rId7" Type="http://schemas.openxmlformats.org/officeDocument/2006/relationships/hyperlink" Target="https://roboarm.gtac.edu.au/arm-instructions.html" TargetMode="External"/><Relationship Id="rId2" Type="http://schemas.openxmlformats.org/officeDocument/2006/relationships/slide" Target="../slides/slide2.xml"/><Relationship Id="rId1" Type="http://schemas.openxmlformats.org/officeDocument/2006/relationships/notesMaster" Target="../notesMasters/notesMaster1.xml"/><Relationship Id="rId6" Type="http://schemas.openxmlformats.org/officeDocument/2006/relationships/hyperlink" Target="https://scamper.gtac.edu.au/" TargetMode="External"/><Relationship Id="rId5" Type="http://schemas.openxmlformats.org/officeDocument/2006/relationships/hyperlink" Target="https://roboarm.gtac.edu.au/connecting-myosensors.html" TargetMode="External"/><Relationship Id="rId4" Type="http://schemas.openxmlformats.org/officeDocument/2006/relationships/hyperlink" Target="https://gtacaus.github.io/arm/" TargetMode="Externa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r>
              <a:rPr lang="en-AU" sz="1200" b="1" kern="1200" dirty="0">
                <a:solidFill>
                  <a:schemeClr val="tx1"/>
                </a:solidFill>
                <a:effectLst/>
                <a:latin typeface="Figtree" pitchFamily="2" charset="0"/>
                <a:ea typeface="+mn-ea"/>
                <a:cs typeface="+mn-cs"/>
              </a:rPr>
              <a:t>Ideate</a:t>
            </a:r>
            <a:r>
              <a:rPr lang="en-AU" sz="1200" kern="1200" dirty="0">
                <a:solidFill>
                  <a:schemeClr val="tx1"/>
                </a:solidFill>
                <a:effectLst/>
                <a:latin typeface="Figtree" pitchFamily="2" charset="0"/>
                <a:ea typeface="+mn-ea"/>
                <a:cs typeface="+mn-cs"/>
              </a:rPr>
              <a:t> </a:t>
            </a:r>
            <a:endParaRPr lang="en-US" sz="1200" kern="1200" dirty="0">
              <a:solidFill>
                <a:schemeClr val="tx1"/>
              </a:solidFill>
              <a:effectLst/>
              <a:latin typeface="Figtree" pitchFamily="2" charset="0"/>
              <a:ea typeface="+mn-ea"/>
              <a:cs typeface="+mn-cs"/>
            </a:endParaRPr>
          </a:p>
          <a:p>
            <a:pPr lvl="0"/>
            <a:r>
              <a:rPr lang="en-AU" sz="1200" kern="1200" dirty="0">
                <a:solidFill>
                  <a:schemeClr val="tx1"/>
                </a:solidFill>
                <a:effectLst/>
                <a:latin typeface="Figtree" pitchFamily="2" charset="0"/>
                <a:ea typeface="+mn-ea"/>
                <a:cs typeface="+mn-cs"/>
              </a:rPr>
              <a:t>The modules are designed to inspire students in the iterative design process by giving them examples of movement and control of limbs from biology and nature. </a:t>
            </a:r>
            <a:endParaRPr lang="en-US" sz="1200" kern="1200" dirty="0">
              <a:solidFill>
                <a:schemeClr val="tx1"/>
              </a:solidFill>
              <a:effectLst/>
              <a:latin typeface="Figtree" pitchFamily="2" charset="0"/>
              <a:ea typeface="+mn-ea"/>
              <a:cs typeface="+mn-cs"/>
            </a:endParaRPr>
          </a:p>
          <a:p>
            <a:r>
              <a:rPr lang="en-AU" sz="1200" kern="1200" dirty="0">
                <a:solidFill>
                  <a:schemeClr val="tx1"/>
                </a:solidFill>
                <a:effectLst/>
                <a:latin typeface="Figtree" pitchFamily="2" charset="0"/>
                <a:ea typeface="+mn-ea"/>
                <a:cs typeface="+mn-cs"/>
              </a:rPr>
              <a:t> </a:t>
            </a:r>
            <a:endParaRPr lang="en-US" sz="1200" kern="1200" dirty="0">
              <a:solidFill>
                <a:schemeClr val="tx1"/>
              </a:solidFill>
              <a:effectLst/>
              <a:latin typeface="Figtree" pitchFamily="2" charset="0"/>
              <a:ea typeface="+mn-ea"/>
              <a:cs typeface="+mn-cs"/>
            </a:endParaRPr>
          </a:p>
          <a:p>
            <a:pPr lvl="0"/>
            <a:r>
              <a:rPr lang="en-AU" sz="1200" u="sng" kern="1200" dirty="0">
                <a:solidFill>
                  <a:schemeClr val="tx1"/>
                </a:solidFill>
                <a:effectLst/>
                <a:latin typeface="Figtree" pitchFamily="2" charset="0"/>
                <a:ea typeface="+mn-ea"/>
                <a:cs typeface="+mn-cs"/>
                <a:hlinkClick r:id="rId3"/>
              </a:rPr>
              <a:t>The biomimicry library</a:t>
            </a:r>
            <a:r>
              <a:rPr lang="en-AU" sz="1200" kern="1200" dirty="0">
                <a:solidFill>
                  <a:schemeClr val="tx1"/>
                </a:solidFill>
                <a:effectLst/>
                <a:latin typeface="Figtree" pitchFamily="2" charset="0"/>
                <a:ea typeface="+mn-ea"/>
                <a:cs typeface="+mn-cs"/>
              </a:rPr>
              <a:t>. The library directs the students to consider how nature has developed its own creative engineering solutions that we can learn from.</a:t>
            </a:r>
            <a:endParaRPr lang="en-US" sz="1200" kern="1200" dirty="0">
              <a:solidFill>
                <a:schemeClr val="tx1"/>
              </a:solidFill>
              <a:effectLst/>
              <a:latin typeface="Figtree" pitchFamily="2" charset="0"/>
              <a:ea typeface="+mn-ea"/>
              <a:cs typeface="+mn-cs"/>
            </a:endParaRPr>
          </a:p>
          <a:p>
            <a:r>
              <a:rPr lang="en-AU" sz="1200" kern="1200" dirty="0">
                <a:solidFill>
                  <a:schemeClr val="tx1"/>
                </a:solidFill>
                <a:effectLst/>
                <a:latin typeface="Figtree" pitchFamily="2" charset="0"/>
                <a:ea typeface="+mn-ea"/>
                <a:cs typeface="+mn-cs"/>
              </a:rPr>
              <a:t>OR</a:t>
            </a:r>
            <a:endParaRPr lang="en-US" sz="1200" kern="1200" dirty="0">
              <a:solidFill>
                <a:schemeClr val="tx1"/>
              </a:solidFill>
              <a:effectLst/>
              <a:latin typeface="Figtree" pitchFamily="2" charset="0"/>
              <a:ea typeface="+mn-ea"/>
              <a:cs typeface="+mn-cs"/>
            </a:endParaRPr>
          </a:p>
          <a:p>
            <a:pPr lvl="0"/>
            <a:r>
              <a:rPr lang="en-AU" sz="1200" u="sng" kern="1200" dirty="0">
                <a:solidFill>
                  <a:schemeClr val="tx1"/>
                </a:solidFill>
                <a:effectLst/>
                <a:latin typeface="Figtree" pitchFamily="2" charset="0"/>
                <a:ea typeface="+mn-ea"/>
                <a:cs typeface="+mn-cs"/>
                <a:hlinkClick r:id="rId4"/>
              </a:rPr>
              <a:t>The human arm app</a:t>
            </a:r>
            <a:r>
              <a:rPr lang="en-AU" sz="1200" kern="1200" dirty="0">
                <a:solidFill>
                  <a:schemeClr val="tx1"/>
                </a:solidFill>
                <a:effectLst/>
                <a:latin typeface="Figtree" pitchFamily="2" charset="0"/>
                <a:ea typeface="+mn-ea"/>
                <a:cs typeface="+mn-cs"/>
              </a:rPr>
              <a:t>. The app allows the students to observe and connect how three different organ systems work together to give a human arm its functions: bones, muscles and nerves.</a:t>
            </a:r>
            <a:endParaRPr lang="en-US" sz="1200" kern="1200" dirty="0">
              <a:solidFill>
                <a:schemeClr val="tx1"/>
              </a:solidFill>
              <a:effectLst/>
              <a:latin typeface="Figtree" pitchFamily="2" charset="0"/>
              <a:ea typeface="+mn-ea"/>
              <a:cs typeface="+mn-cs"/>
            </a:endParaRPr>
          </a:p>
          <a:p>
            <a:r>
              <a:rPr lang="en-AU" sz="1200" kern="1200" dirty="0">
                <a:solidFill>
                  <a:schemeClr val="tx1"/>
                </a:solidFill>
                <a:effectLst/>
                <a:latin typeface="Figtree" pitchFamily="2" charset="0"/>
                <a:ea typeface="+mn-ea"/>
                <a:cs typeface="+mn-cs"/>
              </a:rPr>
              <a:t>OR</a:t>
            </a:r>
            <a:endParaRPr lang="en-US" sz="1200" kern="1200" dirty="0">
              <a:solidFill>
                <a:schemeClr val="tx1"/>
              </a:solidFill>
              <a:effectLst/>
              <a:latin typeface="Figtree" pitchFamily="2" charset="0"/>
              <a:ea typeface="+mn-ea"/>
              <a:cs typeface="+mn-cs"/>
            </a:endParaRPr>
          </a:p>
          <a:p>
            <a:pPr lvl="0"/>
            <a:r>
              <a:rPr lang="en-AU" sz="1200" u="sng" kern="1200" dirty="0">
                <a:solidFill>
                  <a:schemeClr val="tx1"/>
                </a:solidFill>
                <a:effectLst/>
                <a:latin typeface="Figtree" pitchFamily="2" charset="0"/>
                <a:ea typeface="+mn-ea"/>
                <a:cs typeface="+mn-cs"/>
                <a:hlinkClick r:id="rId5"/>
              </a:rPr>
              <a:t>Myo sensors</a:t>
            </a:r>
            <a:r>
              <a:rPr lang="en-AU" sz="1200" kern="1200" dirty="0">
                <a:solidFill>
                  <a:schemeClr val="tx1"/>
                </a:solidFill>
                <a:effectLst/>
                <a:latin typeface="Figtree" pitchFamily="2" charset="0"/>
                <a:ea typeface="+mn-ea"/>
                <a:cs typeface="+mn-cs"/>
              </a:rPr>
              <a:t>. Students connect and test </a:t>
            </a:r>
            <a:r>
              <a:rPr lang="en-AU" sz="1200" kern="1200" dirty="0" err="1">
                <a:solidFill>
                  <a:schemeClr val="tx1"/>
                </a:solidFill>
                <a:effectLst/>
                <a:latin typeface="Figtree" pitchFamily="2" charset="0"/>
                <a:ea typeface="+mn-ea"/>
                <a:cs typeface="+mn-cs"/>
              </a:rPr>
              <a:t>myosensors</a:t>
            </a:r>
            <a:r>
              <a:rPr lang="en-AU" sz="1200" kern="1200" dirty="0">
                <a:solidFill>
                  <a:schemeClr val="tx1"/>
                </a:solidFill>
                <a:effectLst/>
                <a:latin typeface="Figtree" pitchFamily="2" charset="0"/>
                <a:ea typeface="+mn-ea"/>
                <a:cs typeface="+mn-cs"/>
              </a:rPr>
              <a:t>. These sensors detect the electrical signals generated in the students muscles (input) and translate them into robotic movement (output).</a:t>
            </a:r>
            <a:endParaRPr lang="en-US" sz="1200" kern="1200" dirty="0">
              <a:solidFill>
                <a:schemeClr val="tx1"/>
              </a:solidFill>
              <a:effectLst/>
              <a:latin typeface="Figtree" pitchFamily="2" charset="0"/>
              <a:ea typeface="+mn-ea"/>
              <a:cs typeface="+mn-cs"/>
            </a:endParaRPr>
          </a:p>
          <a:p>
            <a:r>
              <a:rPr lang="en-AU" sz="1200" kern="1200" dirty="0">
                <a:solidFill>
                  <a:schemeClr val="tx1"/>
                </a:solidFill>
                <a:effectLst/>
                <a:latin typeface="Figtree" pitchFamily="2" charset="0"/>
                <a:ea typeface="+mn-ea"/>
                <a:cs typeface="+mn-cs"/>
              </a:rPr>
              <a:t> </a:t>
            </a:r>
            <a:endParaRPr lang="en-US" sz="1200" kern="1200" dirty="0">
              <a:solidFill>
                <a:schemeClr val="tx1"/>
              </a:solidFill>
              <a:effectLst/>
              <a:latin typeface="Figtree" pitchFamily="2" charset="0"/>
              <a:ea typeface="+mn-ea"/>
              <a:cs typeface="+mn-cs"/>
            </a:endParaRPr>
          </a:p>
          <a:p>
            <a:pPr lvl="0"/>
            <a:r>
              <a:rPr lang="en-AU" sz="1200" u="none" strike="noStrike" kern="1200" dirty="0">
                <a:solidFill>
                  <a:schemeClr val="tx1"/>
                </a:solidFill>
                <a:effectLst/>
                <a:latin typeface="Figtree" pitchFamily="2" charset="0"/>
                <a:ea typeface="+mn-ea"/>
                <a:cs typeface="+mn-cs"/>
              </a:rPr>
              <a:t>Students consider the previous performance of their tool, feedback from peers, and ideas from the above modules to plan the modifications or redesign of their tool. The students use the design template  to consolidate their ideas and sketch out their designs.</a:t>
            </a:r>
            <a:endParaRPr lang="en-US" sz="1200" u="none" strike="noStrike" kern="1200" dirty="0">
              <a:solidFill>
                <a:schemeClr val="tx1"/>
              </a:solidFill>
              <a:effectLst/>
              <a:latin typeface="Figtree" pitchFamily="2" charset="0"/>
              <a:ea typeface="+mn-ea"/>
              <a:cs typeface="+mn-cs"/>
            </a:endParaRPr>
          </a:p>
          <a:p>
            <a:pPr lvl="1"/>
            <a:r>
              <a:rPr lang="en-AU" sz="1200" u="none" strike="noStrike" kern="1200" dirty="0">
                <a:solidFill>
                  <a:schemeClr val="tx1"/>
                </a:solidFill>
                <a:effectLst/>
                <a:latin typeface="Figtree" pitchFamily="2" charset="0"/>
                <a:ea typeface="+mn-ea"/>
                <a:cs typeface="+mn-cs"/>
              </a:rPr>
              <a:t>The students may also use the </a:t>
            </a:r>
            <a:r>
              <a:rPr lang="en-AU" sz="1200" u="none" strike="noStrike" kern="1200" dirty="0">
                <a:solidFill>
                  <a:schemeClr val="tx1"/>
                </a:solidFill>
                <a:effectLst/>
                <a:latin typeface="Figtree" pitchFamily="2" charset="0"/>
                <a:ea typeface="+mn-ea"/>
                <a:cs typeface="+mn-cs"/>
                <a:hlinkClick r:id="rId6"/>
              </a:rPr>
              <a:t>SCAMPER wheel</a:t>
            </a:r>
            <a:r>
              <a:rPr lang="en-AU" sz="1200" u="none" strike="noStrike" kern="1200" dirty="0">
                <a:solidFill>
                  <a:schemeClr val="tx1"/>
                </a:solidFill>
                <a:effectLst/>
                <a:latin typeface="Figtree" pitchFamily="2" charset="0"/>
                <a:ea typeface="+mn-ea"/>
                <a:cs typeface="+mn-cs"/>
              </a:rPr>
              <a:t> to be randomly prompted for ideas to improve their design. The activity prompts the students to approach iteration of their design from different perspectives.</a:t>
            </a:r>
            <a:endParaRPr lang="en-US" sz="1200" u="none" strike="noStrike" kern="1200" dirty="0">
              <a:solidFill>
                <a:schemeClr val="tx1"/>
              </a:solidFill>
              <a:effectLst/>
              <a:latin typeface="Figtree" pitchFamily="2" charset="0"/>
              <a:ea typeface="+mn-ea"/>
              <a:cs typeface="+mn-cs"/>
            </a:endParaRPr>
          </a:p>
          <a:p>
            <a:r>
              <a:rPr lang="en-AU" sz="1200" b="1" kern="1200" dirty="0">
                <a:solidFill>
                  <a:schemeClr val="tx1"/>
                </a:solidFill>
                <a:effectLst/>
                <a:latin typeface="Figtree" pitchFamily="2" charset="0"/>
                <a:ea typeface="+mn-ea"/>
                <a:cs typeface="+mn-cs"/>
              </a:rPr>
              <a:t>Prototype</a:t>
            </a:r>
            <a:endParaRPr lang="en-US" sz="1200" kern="1200" dirty="0">
              <a:solidFill>
                <a:schemeClr val="tx1"/>
              </a:solidFill>
              <a:effectLst/>
              <a:latin typeface="Figtree" pitchFamily="2" charset="0"/>
              <a:ea typeface="+mn-ea"/>
              <a:cs typeface="+mn-cs"/>
            </a:endParaRPr>
          </a:p>
          <a:p>
            <a:pPr lvl="0"/>
            <a:r>
              <a:rPr lang="en-AU" sz="1200" u="none" strike="noStrike" kern="1200" dirty="0">
                <a:solidFill>
                  <a:schemeClr val="tx1"/>
                </a:solidFill>
                <a:effectLst/>
                <a:latin typeface="Figtree" pitchFamily="2" charset="0"/>
                <a:ea typeface="+mn-ea"/>
                <a:cs typeface="+mn-cs"/>
              </a:rPr>
              <a:t>Students build and or modify their tools.</a:t>
            </a:r>
            <a:endParaRPr lang="en-US" sz="1200" u="none" strike="noStrike" kern="1200" dirty="0">
              <a:solidFill>
                <a:schemeClr val="tx1"/>
              </a:solidFill>
              <a:effectLst/>
              <a:latin typeface="Figtree" pitchFamily="2" charset="0"/>
              <a:ea typeface="+mn-ea"/>
              <a:cs typeface="+mn-cs"/>
            </a:endParaRPr>
          </a:p>
          <a:p>
            <a:pPr lvl="1"/>
            <a:r>
              <a:rPr lang="en-US" sz="1200" u="none" strike="noStrike" kern="1200" dirty="0">
                <a:solidFill>
                  <a:schemeClr val="tx1"/>
                </a:solidFill>
                <a:effectLst/>
                <a:latin typeface="Figtree" pitchFamily="2" charset="0"/>
                <a:ea typeface="+mn-ea"/>
                <a:cs typeface="+mn-cs"/>
              </a:rPr>
              <a:t>- </a:t>
            </a:r>
            <a:r>
              <a:rPr lang="en-AU" sz="1200" u="none" strike="noStrike" kern="1200" dirty="0">
                <a:solidFill>
                  <a:schemeClr val="tx1"/>
                </a:solidFill>
                <a:effectLst/>
                <a:latin typeface="Figtree" pitchFamily="2" charset="0"/>
                <a:ea typeface="+mn-ea"/>
                <a:cs typeface="+mn-cs"/>
              </a:rPr>
              <a:t>The students may need to rebuild the </a:t>
            </a:r>
            <a:r>
              <a:rPr lang="en-AU" sz="1200" u="none" strike="noStrike" kern="1200" dirty="0">
                <a:solidFill>
                  <a:schemeClr val="tx1"/>
                </a:solidFill>
                <a:effectLst/>
                <a:latin typeface="Figtree" pitchFamily="2" charset="0"/>
                <a:ea typeface="+mn-ea"/>
                <a:cs typeface="+mn-cs"/>
                <a:hlinkClick r:id="rId7"/>
              </a:rPr>
              <a:t>original tool</a:t>
            </a:r>
            <a:r>
              <a:rPr lang="en-AU" sz="1200" u="none" strike="noStrike" kern="1200" dirty="0">
                <a:solidFill>
                  <a:schemeClr val="tx1"/>
                </a:solidFill>
                <a:effectLst/>
                <a:latin typeface="Figtree" pitchFamily="2" charset="0"/>
                <a:ea typeface="+mn-ea"/>
                <a:cs typeface="+mn-cs"/>
              </a:rPr>
              <a:t> if they have been deconstructed between lessons. </a:t>
            </a:r>
            <a:endParaRPr lang="en-US" sz="1200" kern="1200" dirty="0">
              <a:solidFill>
                <a:schemeClr val="tx1"/>
              </a:solidFill>
              <a:effectLst/>
              <a:latin typeface="Figtree" pitchFamily="2" charset="0"/>
              <a:ea typeface="+mn-ea"/>
              <a:cs typeface="+mn-cs"/>
            </a:endParaRPr>
          </a:p>
          <a:p>
            <a:pPr lvl="1"/>
            <a:r>
              <a:rPr lang="en-AU" sz="1200" u="none" strike="noStrike" kern="1200" dirty="0">
                <a:solidFill>
                  <a:schemeClr val="tx1"/>
                </a:solidFill>
                <a:effectLst/>
                <a:latin typeface="Figtree" pitchFamily="2" charset="0"/>
                <a:ea typeface="+mn-ea"/>
                <a:cs typeface="+mn-cs"/>
              </a:rPr>
              <a:t>- The prototyping tub of </a:t>
            </a:r>
            <a:r>
              <a:rPr lang="en-AU" sz="1200" u="none" strike="noStrike" kern="1200" dirty="0" err="1">
                <a:solidFill>
                  <a:schemeClr val="tx1"/>
                </a:solidFill>
                <a:effectLst/>
                <a:latin typeface="Figtree" pitchFamily="2" charset="0"/>
                <a:ea typeface="+mn-ea"/>
                <a:cs typeface="+mn-cs"/>
              </a:rPr>
              <a:t>lego</a:t>
            </a:r>
            <a:r>
              <a:rPr lang="en-AU" sz="1200" u="none" strike="noStrike" kern="1200" dirty="0">
                <a:solidFill>
                  <a:schemeClr val="tx1"/>
                </a:solidFill>
                <a:effectLst/>
                <a:latin typeface="Figtree" pitchFamily="2" charset="0"/>
                <a:ea typeface="+mn-ea"/>
                <a:cs typeface="+mn-cs"/>
              </a:rPr>
              <a:t> is stocked for this phase. The materials in the prototyping tubs can be flexibly utilised between groups and do not need to return to a particular tub.</a:t>
            </a:r>
            <a:endParaRPr lang="en-US" sz="1200" u="none" strike="noStrike" kern="1200" dirty="0">
              <a:solidFill>
                <a:schemeClr val="tx1"/>
              </a:solidFill>
              <a:effectLst/>
              <a:latin typeface="Figtree" pitchFamily="2" charset="0"/>
              <a:ea typeface="+mn-ea"/>
              <a:cs typeface="+mn-cs"/>
            </a:endParaRPr>
          </a:p>
          <a:p>
            <a:r>
              <a:rPr lang="en-AU" sz="1200" b="1" kern="1200" dirty="0">
                <a:solidFill>
                  <a:schemeClr val="tx1"/>
                </a:solidFill>
                <a:effectLst/>
                <a:latin typeface="Figtree" pitchFamily="2" charset="0"/>
                <a:ea typeface="+mn-ea"/>
                <a:cs typeface="+mn-cs"/>
              </a:rPr>
              <a:t>Test</a:t>
            </a:r>
            <a:endParaRPr lang="en-US" sz="1200" kern="1200" dirty="0">
              <a:solidFill>
                <a:schemeClr val="tx1"/>
              </a:solidFill>
              <a:effectLst/>
              <a:latin typeface="Figtree" pitchFamily="2" charset="0"/>
              <a:ea typeface="+mn-ea"/>
              <a:cs typeface="+mn-cs"/>
            </a:endParaRPr>
          </a:p>
          <a:p>
            <a:pPr lvl="0"/>
            <a:r>
              <a:rPr lang="en-AU" sz="1200" u="none" strike="noStrike" kern="1200" dirty="0">
                <a:solidFill>
                  <a:schemeClr val="tx1"/>
                </a:solidFill>
                <a:effectLst/>
                <a:latin typeface="Figtree" pitchFamily="2" charset="0"/>
                <a:ea typeface="+mn-ea"/>
                <a:cs typeface="+mn-cs"/>
              </a:rPr>
              <a:t>Students test their tool by attempting the challenges set by their client. The challenges progress in difficulty. </a:t>
            </a:r>
            <a:endParaRPr lang="en-US" sz="1200" u="none" strike="noStrike" kern="1200" dirty="0">
              <a:solidFill>
                <a:schemeClr val="tx1"/>
              </a:solidFill>
              <a:effectLst/>
              <a:latin typeface="Figtree" pitchFamily="2" charset="0"/>
              <a:ea typeface="+mn-ea"/>
              <a:cs typeface="+mn-cs"/>
            </a:endParaRPr>
          </a:p>
          <a:p>
            <a:pPr lvl="1"/>
            <a:r>
              <a:rPr lang="en-AU" sz="1200" u="none" strike="noStrike" kern="1200" dirty="0">
                <a:solidFill>
                  <a:schemeClr val="tx1"/>
                </a:solidFill>
                <a:effectLst/>
                <a:latin typeface="Figtree" pitchFamily="2" charset="0"/>
                <a:ea typeface="+mn-ea"/>
                <a:cs typeface="+mn-cs"/>
              </a:rPr>
              <a:t>Students use the equipment provided or connect digitally to attempt the challenges for:</a:t>
            </a:r>
            <a:endParaRPr lang="en-US" sz="1200" kern="1200" dirty="0">
              <a:solidFill>
                <a:schemeClr val="tx1"/>
              </a:solidFill>
              <a:effectLst/>
              <a:latin typeface="Figtree" pitchFamily="2" charset="0"/>
              <a:ea typeface="+mn-ea"/>
              <a:cs typeface="+mn-cs"/>
            </a:endParaRPr>
          </a:p>
          <a:p>
            <a:r>
              <a:rPr lang="en-AU" sz="1200" kern="1200" dirty="0">
                <a:solidFill>
                  <a:schemeClr val="tx1"/>
                </a:solidFill>
                <a:effectLst/>
                <a:latin typeface="Figtree" pitchFamily="2" charset="0"/>
                <a:ea typeface="+mn-ea"/>
                <a:cs typeface="+mn-cs"/>
              </a:rPr>
              <a:t>- Baz</a:t>
            </a:r>
            <a:endParaRPr lang="en-US" sz="1200" kern="1200" dirty="0">
              <a:solidFill>
                <a:schemeClr val="tx1"/>
              </a:solidFill>
              <a:effectLst/>
              <a:latin typeface="Figtree" pitchFamily="2" charset="0"/>
              <a:ea typeface="+mn-ea"/>
              <a:cs typeface="+mn-cs"/>
            </a:endParaRPr>
          </a:p>
          <a:p>
            <a:r>
              <a:rPr lang="en-AU" sz="1200" kern="1200" dirty="0">
                <a:solidFill>
                  <a:schemeClr val="tx1"/>
                </a:solidFill>
                <a:effectLst/>
                <a:latin typeface="Figtree" pitchFamily="2" charset="0"/>
                <a:ea typeface="+mn-ea"/>
                <a:cs typeface="+mn-cs"/>
              </a:rPr>
              <a:t> </a:t>
            </a:r>
            <a:r>
              <a:rPr lang="en-US" sz="1200" kern="1200" dirty="0">
                <a:solidFill>
                  <a:schemeClr val="tx1"/>
                </a:solidFill>
                <a:effectLst/>
                <a:latin typeface="Figtree" pitchFamily="2" charset="0"/>
                <a:ea typeface="+mn-ea"/>
                <a:cs typeface="+mn-cs"/>
              </a:rPr>
              <a:t>- </a:t>
            </a:r>
            <a:r>
              <a:rPr lang="en-AU" sz="1200" kern="1200" dirty="0">
                <a:solidFill>
                  <a:schemeClr val="tx1"/>
                </a:solidFill>
                <a:effectLst/>
                <a:latin typeface="Figtree" pitchFamily="2" charset="0"/>
                <a:ea typeface="+mn-ea"/>
                <a:cs typeface="+mn-cs"/>
              </a:rPr>
              <a:t>Zahara, and</a:t>
            </a:r>
            <a:endParaRPr lang="en-US" sz="1200" kern="1200" dirty="0">
              <a:solidFill>
                <a:schemeClr val="tx1"/>
              </a:solidFill>
              <a:effectLst/>
              <a:latin typeface="Figtree" pitchFamily="2" charset="0"/>
              <a:ea typeface="+mn-ea"/>
              <a:cs typeface="+mn-cs"/>
            </a:endParaRPr>
          </a:p>
          <a:p>
            <a:r>
              <a:rPr lang="en-AU" sz="1200" kern="1200" dirty="0">
                <a:solidFill>
                  <a:schemeClr val="tx1"/>
                </a:solidFill>
                <a:effectLst/>
                <a:latin typeface="Figtree" pitchFamily="2" charset="0"/>
                <a:ea typeface="+mn-ea"/>
                <a:cs typeface="+mn-cs"/>
              </a:rPr>
              <a:t> </a:t>
            </a:r>
            <a:r>
              <a:rPr lang="en-US" sz="1200" kern="1200" dirty="0">
                <a:solidFill>
                  <a:schemeClr val="tx1"/>
                </a:solidFill>
                <a:effectLst/>
                <a:latin typeface="Figtree" pitchFamily="2" charset="0"/>
                <a:ea typeface="+mn-ea"/>
                <a:cs typeface="+mn-cs"/>
              </a:rPr>
              <a:t>- </a:t>
            </a:r>
            <a:r>
              <a:rPr lang="en-AU" sz="1200" kern="1200" dirty="0">
                <a:solidFill>
                  <a:schemeClr val="tx1"/>
                </a:solidFill>
                <a:effectLst/>
                <a:latin typeface="Figtree" pitchFamily="2" charset="0"/>
                <a:ea typeface="+mn-ea"/>
                <a:cs typeface="+mn-cs"/>
              </a:rPr>
              <a:t>Tahlia (T-Rex game as offline chrome, or snake, or </a:t>
            </a:r>
            <a:r>
              <a:rPr lang="en-AU" sz="1200" kern="1200" dirty="0" err="1">
                <a:solidFill>
                  <a:schemeClr val="tx1"/>
                </a:solidFill>
                <a:effectLst/>
                <a:latin typeface="Figtree" pitchFamily="2" charset="0"/>
                <a:ea typeface="+mn-ea"/>
                <a:cs typeface="+mn-cs"/>
              </a:rPr>
              <a:t>tetris</a:t>
            </a:r>
            <a:r>
              <a:rPr lang="en-AU" sz="1200" kern="1200" dirty="0">
                <a:solidFill>
                  <a:schemeClr val="tx1"/>
                </a:solidFill>
                <a:effectLst/>
                <a:latin typeface="Figtree" pitchFamily="2" charset="0"/>
                <a:ea typeface="+mn-ea"/>
                <a:cs typeface="+mn-cs"/>
              </a:rPr>
              <a:t>) </a:t>
            </a:r>
          </a:p>
          <a:p>
            <a:endParaRPr lang="en-US" sz="1200" kern="1200" dirty="0">
              <a:solidFill>
                <a:schemeClr val="tx1"/>
              </a:solidFill>
              <a:effectLst/>
              <a:latin typeface="Figtree" pitchFamily="2" charset="0"/>
              <a:ea typeface="+mn-ea"/>
              <a:cs typeface="+mn-cs"/>
            </a:endParaRPr>
          </a:p>
          <a:p>
            <a:r>
              <a:rPr lang="en-AU" sz="1200" b="1" kern="1200" dirty="0">
                <a:solidFill>
                  <a:schemeClr val="tx1"/>
                </a:solidFill>
                <a:effectLst/>
                <a:latin typeface="Figtree" pitchFamily="2" charset="0"/>
                <a:ea typeface="+mn-ea"/>
                <a:cs typeface="+mn-cs"/>
              </a:rPr>
              <a:t>Define</a:t>
            </a:r>
            <a:endParaRPr lang="en-US" sz="1200" kern="1200" dirty="0">
              <a:solidFill>
                <a:schemeClr val="tx1"/>
              </a:solidFill>
              <a:effectLst/>
              <a:latin typeface="Figtree" pitchFamily="2" charset="0"/>
              <a:ea typeface="+mn-ea"/>
              <a:cs typeface="+mn-cs"/>
            </a:endParaRPr>
          </a:p>
          <a:p>
            <a:pPr lvl="0"/>
            <a:r>
              <a:rPr lang="en-AU" sz="1200" u="none" strike="noStrike" kern="1200" dirty="0">
                <a:solidFill>
                  <a:schemeClr val="tx1"/>
                </a:solidFill>
                <a:effectLst/>
                <a:latin typeface="Figtree" pitchFamily="2" charset="0"/>
                <a:ea typeface="+mn-ea"/>
                <a:cs typeface="+mn-cs"/>
              </a:rPr>
              <a:t>Students provide peer feedback on how the tool functioned relative to the clients needs.  Feedback is conducted as pairs between two students from different groups.</a:t>
            </a:r>
            <a:endParaRPr lang="en-US" sz="1200" u="none" strike="noStrike" kern="1200" dirty="0">
              <a:solidFill>
                <a:schemeClr val="tx1"/>
              </a:solidFill>
              <a:effectLst/>
              <a:latin typeface="Figtree" pitchFamily="2" charset="0"/>
              <a:ea typeface="+mn-ea"/>
              <a:cs typeface="+mn-cs"/>
            </a:endParaRPr>
          </a:p>
          <a:p>
            <a:endParaRPr lang="en-US" dirty="0"/>
          </a:p>
        </p:txBody>
      </p:sp>
      <p:sp>
        <p:nvSpPr>
          <p:cNvPr id="4" name="Slide Number Placeholder 3"/>
          <p:cNvSpPr>
            <a:spLocks noGrp="1"/>
          </p:cNvSpPr>
          <p:nvPr>
            <p:ph type="sldNum" sz="quarter" idx="5"/>
          </p:nvPr>
        </p:nvSpPr>
        <p:spPr/>
        <p:txBody>
          <a:bodyPr/>
          <a:lstStyle/>
          <a:p>
            <a:fld id="{871B2431-D351-4C6E-A3CF-9DFAC0E3E050}" type="slidenum">
              <a:rPr lang="cs-CZ" smtClean="0"/>
              <a:t>2</a:t>
            </a:fld>
            <a:endParaRPr lang="cs-CZ"/>
          </a:p>
        </p:txBody>
      </p:sp>
    </p:spTree>
    <p:extLst>
      <p:ext uri="{BB962C8B-B14F-4D97-AF65-F5344CB8AC3E}">
        <p14:creationId xmlns:p14="http://schemas.microsoft.com/office/powerpoint/2010/main" val="29072066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r>
              <a:rPr lang="en-US" dirty="0"/>
              <a:t>Students seek and give feedback by the think pair share format.</a:t>
            </a:r>
            <a:br>
              <a:rPr lang="en-US" dirty="0"/>
            </a:br>
            <a:br>
              <a:rPr lang="en-US" dirty="0"/>
            </a:br>
            <a:r>
              <a:rPr lang="en-US" b="1" dirty="0"/>
              <a:t>Think</a:t>
            </a:r>
          </a:p>
          <a:p>
            <a:r>
              <a:rPr lang="en-US" dirty="0"/>
              <a:t>They must consider what was useful about their tool AND what could be improved or replaced. To be clear, a part of a tool that was useful may also be something that could be modified or replaced.</a:t>
            </a:r>
          </a:p>
          <a:p>
            <a:endParaRPr lang="en-US" dirty="0"/>
          </a:p>
          <a:p>
            <a:r>
              <a:rPr lang="en-US" b="1" dirty="0"/>
              <a:t>Pair</a:t>
            </a:r>
          </a:p>
          <a:p>
            <a:r>
              <a:rPr lang="en-US" b="0" dirty="0"/>
              <a:t>They find someone not in their design group</a:t>
            </a:r>
          </a:p>
          <a:p>
            <a:endParaRPr lang="en-US" b="0" dirty="0"/>
          </a:p>
          <a:p>
            <a:r>
              <a:rPr lang="en-US" b="1" dirty="0"/>
              <a:t>Share</a:t>
            </a:r>
            <a:br>
              <a:rPr lang="en-US" b="1" dirty="0"/>
            </a:br>
            <a:r>
              <a:rPr lang="en-US" b="0" dirty="0"/>
              <a:t>The students share their thoughts on their own designs with each other, and seek feedback (that is kind, specific and helpful)</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71B2431-D351-4C6E-A3CF-9DFAC0E3E050}" type="slidenum">
              <a:rPr kumimoji="0" lang="cs-CZ" sz="1200" b="0" i="0" u="none" strike="noStrike" kern="1200" cap="none" spc="0" normalizeH="0" baseline="0" noProof="0" smtClean="0">
                <a:ln>
                  <a:noFill/>
                </a:ln>
                <a:solidFill>
                  <a:prstClr val="black"/>
                </a:solidFill>
                <a:effectLst/>
                <a:uLnTx/>
                <a:uFillTx/>
                <a:latin typeface="Figtree"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cs-CZ" sz="1200" b="0" i="0" u="none" strike="noStrike" kern="1200" cap="none" spc="0" normalizeH="0" baseline="0" noProof="0" dirty="0">
              <a:ln>
                <a:noFill/>
              </a:ln>
              <a:solidFill>
                <a:prstClr val="black"/>
              </a:solidFill>
              <a:effectLst/>
              <a:uLnTx/>
              <a:uFillTx/>
              <a:latin typeface="Figtree" pitchFamily="2" charset="0"/>
              <a:ea typeface="+mn-ea"/>
              <a:cs typeface="+mn-cs"/>
            </a:endParaRPr>
          </a:p>
        </p:txBody>
      </p:sp>
    </p:spTree>
    <p:extLst>
      <p:ext uri="{BB962C8B-B14F-4D97-AF65-F5344CB8AC3E}">
        <p14:creationId xmlns:p14="http://schemas.microsoft.com/office/powerpoint/2010/main" val="5088627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defRPr>
                <a:latin typeface="Figtree" pitchFamily="2" charset="0"/>
              </a:defRPr>
            </a:lvl1pPr>
          </a:lstStyle>
          <a:p>
            <a:r>
              <a:rPr lang="en-US" dirty="0"/>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latin typeface="Figtree" pitchFamily="2"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lvl1pPr>
              <a:defRPr>
                <a:latin typeface="Figtree" pitchFamily="2" charset="0"/>
              </a:defRPr>
            </a:lvl1pPr>
          </a:lstStyle>
          <a:p>
            <a:fld id="{1D8BD707-D9CF-40AE-B4C6-C98DA3205C09}" type="datetimeFigureOut">
              <a:rPr lang="en-US" smtClean="0"/>
              <a:pPr/>
              <a:t>4/20/26</a:t>
            </a:fld>
            <a:endParaRPr lang="en-US" dirty="0"/>
          </a:p>
        </p:txBody>
      </p:sp>
      <p:sp>
        <p:nvSpPr>
          <p:cNvPr id="5" name="Footer Placeholder 4"/>
          <p:cNvSpPr>
            <a:spLocks noGrp="1"/>
          </p:cNvSpPr>
          <p:nvPr>
            <p:ph type="ftr" sz="quarter" idx="11"/>
          </p:nvPr>
        </p:nvSpPr>
        <p:spPr/>
        <p:txBody>
          <a:bodyPr/>
          <a:lstStyle>
            <a:lvl1pPr>
              <a:defRPr>
                <a:latin typeface="Figtree" pitchFamily="2"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Figtree" pitchFamily="2" charset="0"/>
              </a:defRPr>
            </a:lvl1p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9664203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Figtree" pitchFamily="2" charset="0"/>
              </a:defRPr>
            </a:lvl1pPr>
          </a:lstStyle>
          <a:p>
            <a:r>
              <a:rPr lang="en-US" dirty="0"/>
              <a:t>Click to edit Master title style</a:t>
            </a:r>
          </a:p>
        </p:txBody>
      </p:sp>
      <p:sp>
        <p:nvSpPr>
          <p:cNvPr id="3" name="Content Placeholder 2"/>
          <p:cNvSpPr>
            <a:spLocks noGrp="1"/>
          </p:cNvSpPr>
          <p:nvPr>
            <p:ph idx="1"/>
          </p:nvPr>
        </p:nvSpPr>
        <p:spPr/>
        <p:txBody>
          <a:bodyPr/>
          <a:lstStyle>
            <a:lvl1pPr>
              <a:defRPr>
                <a:latin typeface="Figtree" pitchFamily="2" charset="0"/>
              </a:defRPr>
            </a:lvl1pPr>
            <a:lvl2pPr>
              <a:defRPr>
                <a:latin typeface="Figtree" pitchFamily="2" charset="0"/>
              </a:defRPr>
            </a:lvl2pPr>
            <a:lvl3pPr>
              <a:defRPr>
                <a:latin typeface="Figtree" pitchFamily="2" charset="0"/>
              </a:defRPr>
            </a:lvl3pPr>
            <a:lvl4pPr>
              <a:defRPr>
                <a:latin typeface="Figtree" pitchFamily="2" charset="0"/>
              </a:defRPr>
            </a:lvl4pPr>
            <a:lvl5pPr>
              <a:defRPr>
                <a:latin typeface="Figtree"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lvl1pPr>
              <a:defRPr>
                <a:latin typeface="Figtree" pitchFamily="2" charset="0"/>
              </a:defRPr>
            </a:lvl1pPr>
          </a:lstStyle>
          <a:p>
            <a:fld id="{1D8BD707-D9CF-40AE-B4C6-C98DA3205C09}" type="datetimeFigureOut">
              <a:rPr lang="en-US" smtClean="0"/>
              <a:pPr/>
              <a:t>4/20/26</a:t>
            </a:fld>
            <a:endParaRPr lang="en-US" dirty="0"/>
          </a:p>
        </p:txBody>
      </p:sp>
      <p:sp>
        <p:nvSpPr>
          <p:cNvPr id="5" name="Footer Placeholder 4"/>
          <p:cNvSpPr>
            <a:spLocks noGrp="1"/>
          </p:cNvSpPr>
          <p:nvPr>
            <p:ph type="ftr" sz="quarter" idx="11"/>
          </p:nvPr>
        </p:nvSpPr>
        <p:spPr/>
        <p:txBody>
          <a:bodyPr/>
          <a:lstStyle>
            <a:lvl1pPr>
              <a:defRPr>
                <a:latin typeface="Figtree" pitchFamily="2"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Figtree" pitchFamily="2" charset="0"/>
              </a:defRPr>
            </a:lvl1p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6288367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atin typeface="Figtree" pitchFamily="2" charset="0"/>
              </a:defRPr>
            </a:lvl1pPr>
          </a:lstStyle>
          <a:p>
            <a:r>
              <a:rPr lang="en-US" dirty="0"/>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latin typeface="Figtree" pitchFamily="2"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lvl1pPr>
              <a:defRPr>
                <a:latin typeface="Figtree" pitchFamily="2" charset="0"/>
              </a:defRPr>
            </a:lvl1pPr>
          </a:lstStyle>
          <a:p>
            <a:fld id="{1D8BD707-D9CF-40AE-B4C6-C98DA3205C09}" type="datetimeFigureOut">
              <a:rPr lang="en-US" smtClean="0"/>
              <a:pPr/>
              <a:t>4/20/26</a:t>
            </a:fld>
            <a:endParaRPr lang="en-US" dirty="0"/>
          </a:p>
        </p:txBody>
      </p:sp>
      <p:sp>
        <p:nvSpPr>
          <p:cNvPr id="5" name="Footer Placeholder 4"/>
          <p:cNvSpPr>
            <a:spLocks noGrp="1"/>
          </p:cNvSpPr>
          <p:nvPr>
            <p:ph type="ftr" sz="quarter" idx="11"/>
          </p:nvPr>
        </p:nvSpPr>
        <p:spPr/>
        <p:txBody>
          <a:bodyPr/>
          <a:lstStyle>
            <a:lvl1pPr>
              <a:defRPr>
                <a:latin typeface="Figtree" pitchFamily="2"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Figtree" pitchFamily="2" charset="0"/>
              </a:defRPr>
            </a:lvl1p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15153190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Figtree" pitchFamily="2" charset="0"/>
              </a:defRPr>
            </a:lvl1pPr>
          </a:lstStyle>
          <a:p>
            <a:r>
              <a:rPr lang="en-US" dirty="0"/>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atin typeface="Figtree" pitchFamily="2" charset="0"/>
              </a:defRPr>
            </a:lvl1pPr>
            <a:lvl2pPr>
              <a:defRPr sz="2400">
                <a:latin typeface="Figtree" pitchFamily="2" charset="0"/>
              </a:defRPr>
            </a:lvl2pPr>
            <a:lvl3pPr>
              <a:defRPr sz="2000">
                <a:latin typeface="Figtree" pitchFamily="2" charset="0"/>
              </a:defRPr>
            </a:lvl3pPr>
            <a:lvl4pPr>
              <a:defRPr sz="1800">
                <a:latin typeface="Figtree" pitchFamily="2" charset="0"/>
              </a:defRPr>
            </a:lvl4pPr>
            <a:lvl5pPr>
              <a:defRPr sz="1800">
                <a:latin typeface="Figtree" pitchFamily="2" charset="0"/>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48200" y="1600200"/>
            <a:ext cx="4038600" cy="4525963"/>
          </a:xfrm>
        </p:spPr>
        <p:txBody>
          <a:bodyPr/>
          <a:lstStyle>
            <a:lvl1pPr>
              <a:defRPr sz="2800">
                <a:latin typeface="Figtree" pitchFamily="2" charset="0"/>
              </a:defRPr>
            </a:lvl1pPr>
            <a:lvl2pPr>
              <a:defRPr sz="2400">
                <a:latin typeface="Figtree" pitchFamily="2" charset="0"/>
              </a:defRPr>
            </a:lvl2pPr>
            <a:lvl3pPr>
              <a:defRPr sz="2000">
                <a:latin typeface="Figtree" pitchFamily="2" charset="0"/>
              </a:defRPr>
            </a:lvl3pPr>
            <a:lvl4pPr>
              <a:defRPr sz="1800">
                <a:latin typeface="Figtree" pitchFamily="2" charset="0"/>
              </a:defRPr>
            </a:lvl4pPr>
            <a:lvl5pPr>
              <a:defRPr sz="1800">
                <a:latin typeface="Figtree" pitchFamily="2" charset="0"/>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lvl1pPr>
              <a:defRPr>
                <a:latin typeface="Figtree" pitchFamily="2" charset="0"/>
              </a:defRPr>
            </a:lvl1pPr>
          </a:lstStyle>
          <a:p>
            <a:fld id="{1D8BD707-D9CF-40AE-B4C6-C98DA3205C09}" type="datetimeFigureOut">
              <a:rPr lang="en-US" smtClean="0"/>
              <a:pPr/>
              <a:t>4/20/26</a:t>
            </a:fld>
            <a:endParaRPr lang="en-US" dirty="0"/>
          </a:p>
        </p:txBody>
      </p:sp>
      <p:sp>
        <p:nvSpPr>
          <p:cNvPr id="6" name="Footer Placeholder 5"/>
          <p:cNvSpPr>
            <a:spLocks noGrp="1"/>
          </p:cNvSpPr>
          <p:nvPr>
            <p:ph type="ftr" sz="quarter" idx="11"/>
          </p:nvPr>
        </p:nvSpPr>
        <p:spPr/>
        <p:txBody>
          <a:bodyPr/>
          <a:lstStyle>
            <a:lvl1pPr>
              <a:defRPr>
                <a:latin typeface="Figtree" pitchFamily="2" charset="0"/>
              </a:defRPr>
            </a:lvl1pPr>
          </a:lstStyle>
          <a:p>
            <a:endParaRPr lang="en-US" dirty="0"/>
          </a:p>
        </p:txBody>
      </p:sp>
      <p:sp>
        <p:nvSpPr>
          <p:cNvPr id="7" name="Slide Number Placeholder 6"/>
          <p:cNvSpPr>
            <a:spLocks noGrp="1"/>
          </p:cNvSpPr>
          <p:nvPr>
            <p:ph type="sldNum" sz="quarter" idx="12"/>
          </p:nvPr>
        </p:nvSpPr>
        <p:spPr/>
        <p:txBody>
          <a:bodyPr/>
          <a:lstStyle>
            <a:lvl1pPr>
              <a:defRPr>
                <a:latin typeface="Figtree" pitchFamily="2" charset="0"/>
              </a:defRPr>
            </a:lvl1p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146614497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Figtree" pitchFamily="2" charset="0"/>
              </a:defRPr>
            </a:lvl1pPr>
          </a:lstStyle>
          <a:p>
            <a:r>
              <a:rPr lang="en-US" dirty="0"/>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atin typeface="Figtree"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atin typeface="Figtree" pitchFamily="2" charset="0"/>
              </a:defRPr>
            </a:lvl1pPr>
            <a:lvl2pPr>
              <a:defRPr sz="2000">
                <a:latin typeface="Figtree" pitchFamily="2" charset="0"/>
              </a:defRPr>
            </a:lvl2pPr>
            <a:lvl3pPr>
              <a:defRPr sz="1800">
                <a:latin typeface="Figtree" pitchFamily="2" charset="0"/>
              </a:defRPr>
            </a:lvl3pPr>
            <a:lvl4pPr>
              <a:defRPr sz="1600">
                <a:latin typeface="Figtree" pitchFamily="2" charset="0"/>
              </a:defRPr>
            </a:lvl4pPr>
            <a:lvl5pPr>
              <a:defRPr sz="1600">
                <a:latin typeface="Figtree" pitchFamily="2" charset="0"/>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atin typeface="Figtree"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atin typeface="Figtree" pitchFamily="2" charset="0"/>
              </a:defRPr>
            </a:lvl1pPr>
            <a:lvl2pPr>
              <a:defRPr sz="2000">
                <a:latin typeface="Figtree" pitchFamily="2" charset="0"/>
              </a:defRPr>
            </a:lvl2pPr>
            <a:lvl3pPr>
              <a:defRPr sz="1800">
                <a:latin typeface="Figtree" pitchFamily="2" charset="0"/>
              </a:defRPr>
            </a:lvl3pPr>
            <a:lvl4pPr>
              <a:defRPr sz="1600">
                <a:latin typeface="Figtree" pitchFamily="2" charset="0"/>
              </a:defRPr>
            </a:lvl4pPr>
            <a:lvl5pPr>
              <a:defRPr sz="1600">
                <a:latin typeface="Figtree" pitchFamily="2" charset="0"/>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lvl1pPr>
              <a:defRPr>
                <a:latin typeface="Figtree" pitchFamily="2" charset="0"/>
              </a:defRPr>
            </a:lvl1pPr>
          </a:lstStyle>
          <a:p>
            <a:fld id="{1D8BD707-D9CF-40AE-B4C6-C98DA3205C09}" type="datetimeFigureOut">
              <a:rPr lang="en-US" smtClean="0"/>
              <a:pPr/>
              <a:t>4/20/26</a:t>
            </a:fld>
            <a:endParaRPr lang="en-US" dirty="0"/>
          </a:p>
        </p:txBody>
      </p:sp>
      <p:sp>
        <p:nvSpPr>
          <p:cNvPr id="8" name="Footer Placeholder 7"/>
          <p:cNvSpPr>
            <a:spLocks noGrp="1"/>
          </p:cNvSpPr>
          <p:nvPr>
            <p:ph type="ftr" sz="quarter" idx="11"/>
          </p:nvPr>
        </p:nvSpPr>
        <p:spPr/>
        <p:txBody>
          <a:bodyPr/>
          <a:lstStyle>
            <a:lvl1pPr>
              <a:defRPr>
                <a:latin typeface="Figtree" pitchFamily="2" charset="0"/>
              </a:defRPr>
            </a:lvl1pPr>
          </a:lstStyle>
          <a:p>
            <a:endParaRPr lang="en-US" dirty="0"/>
          </a:p>
        </p:txBody>
      </p:sp>
      <p:sp>
        <p:nvSpPr>
          <p:cNvPr id="9" name="Slide Number Placeholder 8"/>
          <p:cNvSpPr>
            <a:spLocks noGrp="1"/>
          </p:cNvSpPr>
          <p:nvPr>
            <p:ph type="sldNum" sz="quarter" idx="12"/>
          </p:nvPr>
        </p:nvSpPr>
        <p:spPr/>
        <p:txBody>
          <a:bodyPr/>
          <a:lstStyle>
            <a:lvl1pPr>
              <a:defRPr>
                <a:latin typeface="Figtree" pitchFamily="2" charset="0"/>
              </a:defRPr>
            </a:lvl1p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55502823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Figtree" pitchFamily="2" charset="0"/>
              </a:defRPr>
            </a:lvl1pPr>
          </a:lstStyle>
          <a:p>
            <a:r>
              <a:rPr lang="en-US" dirty="0"/>
              <a:t>Click to edit Master title style</a:t>
            </a:r>
          </a:p>
        </p:txBody>
      </p:sp>
      <p:sp>
        <p:nvSpPr>
          <p:cNvPr id="3" name="Date Placeholder 2"/>
          <p:cNvSpPr>
            <a:spLocks noGrp="1"/>
          </p:cNvSpPr>
          <p:nvPr>
            <p:ph type="dt" sz="half" idx="10"/>
          </p:nvPr>
        </p:nvSpPr>
        <p:spPr/>
        <p:txBody>
          <a:bodyPr/>
          <a:lstStyle>
            <a:lvl1pPr>
              <a:defRPr>
                <a:latin typeface="Figtree" pitchFamily="2" charset="0"/>
              </a:defRPr>
            </a:lvl1pPr>
          </a:lstStyle>
          <a:p>
            <a:fld id="{1D8BD707-D9CF-40AE-B4C6-C98DA3205C09}" type="datetimeFigureOut">
              <a:rPr lang="en-US" smtClean="0"/>
              <a:pPr/>
              <a:t>4/20/26</a:t>
            </a:fld>
            <a:endParaRPr lang="en-US" dirty="0"/>
          </a:p>
        </p:txBody>
      </p:sp>
      <p:sp>
        <p:nvSpPr>
          <p:cNvPr id="4" name="Footer Placeholder 3"/>
          <p:cNvSpPr>
            <a:spLocks noGrp="1"/>
          </p:cNvSpPr>
          <p:nvPr>
            <p:ph type="ftr" sz="quarter" idx="11"/>
          </p:nvPr>
        </p:nvSpPr>
        <p:spPr/>
        <p:txBody>
          <a:bodyPr/>
          <a:lstStyle>
            <a:lvl1pPr>
              <a:defRPr>
                <a:latin typeface="Figtree" pitchFamily="2" charset="0"/>
              </a:defRPr>
            </a:lvl1pPr>
          </a:lstStyle>
          <a:p>
            <a:endParaRPr lang="en-US" dirty="0"/>
          </a:p>
        </p:txBody>
      </p:sp>
      <p:sp>
        <p:nvSpPr>
          <p:cNvPr id="5" name="Slide Number Placeholder 4"/>
          <p:cNvSpPr>
            <a:spLocks noGrp="1"/>
          </p:cNvSpPr>
          <p:nvPr>
            <p:ph type="sldNum" sz="quarter" idx="12"/>
          </p:nvPr>
        </p:nvSpPr>
        <p:spPr/>
        <p:txBody>
          <a:bodyPr/>
          <a:lstStyle>
            <a:lvl1pPr>
              <a:defRPr>
                <a:latin typeface="Figtree" pitchFamily="2" charset="0"/>
              </a:defRPr>
            </a:lvl1p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116049527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Figtree" pitchFamily="2" charset="0"/>
              </a:defRPr>
            </a:lvl1pPr>
          </a:lstStyle>
          <a:p>
            <a:fld id="{1D8BD707-D9CF-40AE-B4C6-C98DA3205C09}" type="datetimeFigureOut">
              <a:rPr lang="en-US" smtClean="0"/>
              <a:pPr/>
              <a:t>4/20/26</a:t>
            </a:fld>
            <a:endParaRPr lang="en-US" dirty="0"/>
          </a:p>
        </p:txBody>
      </p:sp>
      <p:sp>
        <p:nvSpPr>
          <p:cNvPr id="3" name="Footer Placeholder 2"/>
          <p:cNvSpPr>
            <a:spLocks noGrp="1"/>
          </p:cNvSpPr>
          <p:nvPr>
            <p:ph type="ftr" sz="quarter" idx="11"/>
          </p:nvPr>
        </p:nvSpPr>
        <p:spPr/>
        <p:txBody>
          <a:bodyPr/>
          <a:lstStyle>
            <a:lvl1pPr>
              <a:defRPr>
                <a:latin typeface="Figtree" pitchFamily="2" charset="0"/>
              </a:defRPr>
            </a:lvl1pPr>
          </a:lstStyle>
          <a:p>
            <a:endParaRPr lang="en-US" dirty="0"/>
          </a:p>
        </p:txBody>
      </p:sp>
      <p:sp>
        <p:nvSpPr>
          <p:cNvPr id="4" name="Slide Number Placeholder 3"/>
          <p:cNvSpPr>
            <a:spLocks noGrp="1"/>
          </p:cNvSpPr>
          <p:nvPr>
            <p:ph type="sldNum" sz="quarter" idx="12"/>
          </p:nvPr>
        </p:nvSpPr>
        <p:spPr/>
        <p:txBody>
          <a:bodyPr/>
          <a:lstStyle>
            <a:lvl1pPr>
              <a:defRPr>
                <a:latin typeface="Figtree" pitchFamily="2" charset="0"/>
              </a:defRPr>
            </a:lvl1p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425567934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atin typeface="Figtree" pitchFamily="2" charset="0"/>
              </a:defRPr>
            </a:lvl1pPr>
          </a:lstStyle>
          <a:p>
            <a:r>
              <a:rPr lang="en-US" dirty="0"/>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atin typeface="Figtree" pitchFamily="2" charset="0"/>
              </a:defRPr>
            </a:lvl1pPr>
            <a:lvl2pPr>
              <a:defRPr sz="2800">
                <a:latin typeface="Figtree" pitchFamily="2" charset="0"/>
              </a:defRPr>
            </a:lvl2pPr>
            <a:lvl3pPr>
              <a:defRPr sz="2400">
                <a:latin typeface="Figtree" pitchFamily="2" charset="0"/>
              </a:defRPr>
            </a:lvl3pPr>
            <a:lvl4pPr>
              <a:defRPr sz="2000">
                <a:latin typeface="Figtree" pitchFamily="2" charset="0"/>
              </a:defRPr>
            </a:lvl4pPr>
            <a:lvl5pPr>
              <a:defRPr sz="2000">
                <a:latin typeface="Figtree" pitchFamily="2"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atin typeface="Figtree" pitchFamily="2"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lvl1pPr>
              <a:defRPr>
                <a:latin typeface="Figtree" pitchFamily="2" charset="0"/>
              </a:defRPr>
            </a:lvl1pPr>
          </a:lstStyle>
          <a:p>
            <a:fld id="{1D8BD707-D9CF-40AE-B4C6-C98DA3205C09}" type="datetimeFigureOut">
              <a:rPr lang="en-US" smtClean="0"/>
              <a:pPr/>
              <a:t>4/20/26</a:t>
            </a:fld>
            <a:endParaRPr lang="en-US" dirty="0"/>
          </a:p>
        </p:txBody>
      </p:sp>
      <p:sp>
        <p:nvSpPr>
          <p:cNvPr id="6" name="Footer Placeholder 5"/>
          <p:cNvSpPr>
            <a:spLocks noGrp="1"/>
          </p:cNvSpPr>
          <p:nvPr>
            <p:ph type="ftr" sz="quarter" idx="11"/>
          </p:nvPr>
        </p:nvSpPr>
        <p:spPr/>
        <p:txBody>
          <a:bodyPr/>
          <a:lstStyle>
            <a:lvl1pPr>
              <a:defRPr>
                <a:latin typeface="Figtree" pitchFamily="2" charset="0"/>
              </a:defRPr>
            </a:lvl1pPr>
          </a:lstStyle>
          <a:p>
            <a:endParaRPr lang="en-US" dirty="0"/>
          </a:p>
        </p:txBody>
      </p:sp>
      <p:sp>
        <p:nvSpPr>
          <p:cNvPr id="7" name="Slide Number Placeholder 6"/>
          <p:cNvSpPr>
            <a:spLocks noGrp="1"/>
          </p:cNvSpPr>
          <p:nvPr>
            <p:ph type="sldNum" sz="quarter" idx="12"/>
          </p:nvPr>
        </p:nvSpPr>
        <p:spPr/>
        <p:txBody>
          <a:bodyPr/>
          <a:lstStyle>
            <a:lvl1pPr>
              <a:defRPr>
                <a:latin typeface="Figtree" pitchFamily="2" charset="0"/>
              </a:defRPr>
            </a:lvl1p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76277727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atin typeface="Figtree" pitchFamily="2" charset="0"/>
              </a:defRPr>
            </a:lvl1pPr>
          </a:lstStyle>
          <a:p>
            <a:r>
              <a:rPr lang="en-US" dirty="0"/>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atin typeface="Figtree"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atin typeface="Figtree" pitchFamily="2"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lvl1pPr>
              <a:defRPr>
                <a:latin typeface="Figtree" pitchFamily="2" charset="0"/>
              </a:defRPr>
            </a:lvl1pPr>
          </a:lstStyle>
          <a:p>
            <a:fld id="{1D8BD707-D9CF-40AE-B4C6-C98DA3205C09}" type="datetimeFigureOut">
              <a:rPr lang="en-US" smtClean="0"/>
              <a:pPr/>
              <a:t>4/20/26</a:t>
            </a:fld>
            <a:endParaRPr lang="en-US" dirty="0"/>
          </a:p>
        </p:txBody>
      </p:sp>
      <p:sp>
        <p:nvSpPr>
          <p:cNvPr id="6" name="Footer Placeholder 5"/>
          <p:cNvSpPr>
            <a:spLocks noGrp="1"/>
          </p:cNvSpPr>
          <p:nvPr>
            <p:ph type="ftr" sz="quarter" idx="11"/>
          </p:nvPr>
        </p:nvSpPr>
        <p:spPr/>
        <p:txBody>
          <a:bodyPr/>
          <a:lstStyle>
            <a:lvl1pPr>
              <a:defRPr>
                <a:latin typeface="Figtree" pitchFamily="2" charset="0"/>
              </a:defRPr>
            </a:lvl1pPr>
          </a:lstStyle>
          <a:p>
            <a:endParaRPr lang="en-US" dirty="0"/>
          </a:p>
        </p:txBody>
      </p:sp>
      <p:sp>
        <p:nvSpPr>
          <p:cNvPr id="7" name="Slide Number Placeholder 6"/>
          <p:cNvSpPr>
            <a:spLocks noGrp="1"/>
          </p:cNvSpPr>
          <p:nvPr>
            <p:ph type="sldNum" sz="quarter" idx="12"/>
          </p:nvPr>
        </p:nvSpPr>
        <p:spPr/>
        <p:txBody>
          <a:bodyPr/>
          <a:lstStyle>
            <a:lvl1pPr>
              <a:defRPr>
                <a:latin typeface="Figtree" pitchFamily="2" charset="0"/>
              </a:defRPr>
            </a:lvl1p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63283801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Figtree" pitchFamily="2" charset="0"/>
              </a:defRPr>
            </a:lvl1pPr>
          </a:lstStyle>
          <a:p>
            <a:r>
              <a:rPr lang="en-US" dirty="0"/>
              <a:t>Click to edit Master title style</a:t>
            </a:r>
          </a:p>
        </p:txBody>
      </p:sp>
      <p:sp>
        <p:nvSpPr>
          <p:cNvPr id="3" name="Vertical Text Placeholder 2"/>
          <p:cNvSpPr>
            <a:spLocks noGrp="1"/>
          </p:cNvSpPr>
          <p:nvPr>
            <p:ph type="body" orient="vert" idx="1"/>
          </p:nvPr>
        </p:nvSpPr>
        <p:spPr/>
        <p:txBody>
          <a:bodyPr vert="eaVert"/>
          <a:lstStyle>
            <a:lvl1pPr>
              <a:defRPr>
                <a:latin typeface="Figtree" pitchFamily="2" charset="0"/>
              </a:defRPr>
            </a:lvl1pPr>
            <a:lvl2pPr>
              <a:defRPr>
                <a:latin typeface="Figtree" pitchFamily="2" charset="0"/>
              </a:defRPr>
            </a:lvl2pPr>
            <a:lvl3pPr>
              <a:defRPr>
                <a:latin typeface="Figtree" pitchFamily="2" charset="0"/>
              </a:defRPr>
            </a:lvl3pPr>
            <a:lvl4pPr>
              <a:defRPr>
                <a:latin typeface="Figtree" pitchFamily="2" charset="0"/>
              </a:defRPr>
            </a:lvl4pPr>
            <a:lvl5pPr>
              <a:defRPr>
                <a:latin typeface="Figtree"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lvl1pPr>
              <a:defRPr>
                <a:latin typeface="Figtree" pitchFamily="2" charset="0"/>
              </a:defRPr>
            </a:lvl1pPr>
          </a:lstStyle>
          <a:p>
            <a:fld id="{1D8BD707-D9CF-40AE-B4C6-C98DA3205C09}" type="datetimeFigureOut">
              <a:rPr lang="en-US" smtClean="0"/>
              <a:pPr/>
              <a:t>4/20/26</a:t>
            </a:fld>
            <a:endParaRPr lang="en-US" dirty="0"/>
          </a:p>
        </p:txBody>
      </p:sp>
      <p:sp>
        <p:nvSpPr>
          <p:cNvPr id="5" name="Footer Placeholder 4"/>
          <p:cNvSpPr>
            <a:spLocks noGrp="1"/>
          </p:cNvSpPr>
          <p:nvPr>
            <p:ph type="ftr" sz="quarter" idx="11"/>
          </p:nvPr>
        </p:nvSpPr>
        <p:spPr/>
        <p:txBody>
          <a:bodyPr/>
          <a:lstStyle>
            <a:lvl1pPr>
              <a:defRPr>
                <a:latin typeface="Figtree" pitchFamily="2"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Figtree" pitchFamily="2" charset="0"/>
              </a:defRPr>
            </a:lvl1p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37946865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lvl1pPr>
              <a:defRPr>
                <a:latin typeface="Figtree" pitchFamily="2" charset="0"/>
              </a:defRPr>
            </a:lvl1pPr>
          </a:lstStyle>
          <a:p>
            <a:r>
              <a:rPr lang="en-US" dirty="0"/>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lvl1pPr>
              <a:defRPr>
                <a:latin typeface="Figtree" pitchFamily="2" charset="0"/>
              </a:defRPr>
            </a:lvl1pPr>
            <a:lvl2pPr>
              <a:defRPr>
                <a:latin typeface="Figtree" pitchFamily="2" charset="0"/>
              </a:defRPr>
            </a:lvl2pPr>
            <a:lvl3pPr>
              <a:defRPr>
                <a:latin typeface="Figtree" pitchFamily="2" charset="0"/>
              </a:defRPr>
            </a:lvl3pPr>
            <a:lvl4pPr>
              <a:defRPr>
                <a:latin typeface="Figtree" pitchFamily="2" charset="0"/>
              </a:defRPr>
            </a:lvl4pPr>
            <a:lvl5pPr>
              <a:defRPr>
                <a:latin typeface="Figtree"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lvl1pPr>
              <a:defRPr>
                <a:latin typeface="Figtree" pitchFamily="2" charset="0"/>
              </a:defRPr>
            </a:lvl1pPr>
          </a:lstStyle>
          <a:p>
            <a:fld id="{1D8BD707-D9CF-40AE-B4C6-C98DA3205C09}" type="datetimeFigureOut">
              <a:rPr lang="en-US" smtClean="0"/>
              <a:pPr/>
              <a:t>4/20/26</a:t>
            </a:fld>
            <a:endParaRPr lang="en-US" dirty="0"/>
          </a:p>
        </p:txBody>
      </p:sp>
      <p:sp>
        <p:nvSpPr>
          <p:cNvPr id="5" name="Footer Placeholder 4"/>
          <p:cNvSpPr>
            <a:spLocks noGrp="1"/>
          </p:cNvSpPr>
          <p:nvPr>
            <p:ph type="ftr" sz="quarter" idx="11"/>
          </p:nvPr>
        </p:nvSpPr>
        <p:spPr/>
        <p:txBody>
          <a:bodyPr/>
          <a:lstStyle>
            <a:lvl1pPr>
              <a:defRPr>
                <a:latin typeface="Figtree" pitchFamily="2"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Figtree" pitchFamily="2" charset="0"/>
              </a:defRPr>
            </a:lvl1p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6089684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latin typeface="Figtree" pitchFamily="2" charset="0"/>
              </a:defRPr>
            </a:lvl1pPr>
          </a:lstStyle>
          <a:p>
            <a:fld id="{1D8BD707-D9CF-40AE-B4C6-C98DA3205C09}" type="datetimeFigureOut">
              <a:rPr lang="en-US" smtClean="0"/>
              <a:pPr/>
              <a:t>4/20/26</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Figtree" pitchFamily="2" charset="0"/>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latin typeface="Figtree" pitchFamily="2" charset="0"/>
              </a:defRPr>
            </a:lvl1pPr>
          </a:lstStyle>
          <a:p>
            <a:fld id="{B6F15528-21DE-4FAA-801E-634DDDAF4B2B}"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Figtree" pitchFamily="2" charset="0"/>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Figtree" pitchFamily="2" charset="0"/>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Figtree" pitchFamily="2" charset="0"/>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Figtree" pitchFamily="2" charset="0"/>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Figtree" pitchFamily="2" charset="0"/>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Figtree"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latin typeface="Figtree" pitchFamily="2" charset="0"/>
              </a:defRPr>
            </a:lvl1pPr>
          </a:lstStyle>
          <a:p>
            <a:fld id="{1D8BD707-D9CF-40AE-B4C6-C98DA3205C09}" type="datetimeFigureOut">
              <a:rPr lang="en-US" smtClean="0"/>
              <a:pPr/>
              <a:t>4/20/26</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Figtree" pitchFamily="2" charset="0"/>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latin typeface="Figtree" pitchFamily="2" charset="0"/>
              </a:defRPr>
            </a:lvl1p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393741176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chemeClr val="tx1"/>
          </a:solidFill>
          <a:latin typeface="Figtree" pitchFamily="2" charset="0"/>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Figtree" pitchFamily="2" charset="0"/>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Figtree" pitchFamily="2" charset="0"/>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Figtree" pitchFamily="2" charset="0"/>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Figtree" pitchFamily="2" charset="0"/>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Figtree" pitchFamily="2"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svg"/><Relationship Id="rId7"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svg"/><Relationship Id="rId9" Type="http://schemas.openxmlformats.org/officeDocument/2006/relationships/image" Target="../media/image10.png"/></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12.svg"/><Relationship Id="rId7"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8.xml"/><Relationship Id="rId6" Type="http://schemas.openxmlformats.org/officeDocument/2006/relationships/image" Target="../media/image7.png"/><Relationship Id="rId5" Type="http://schemas.openxmlformats.org/officeDocument/2006/relationships/image" Target="../media/image14.png"/><Relationship Id="rId10" Type="http://schemas.openxmlformats.org/officeDocument/2006/relationships/image" Target="../media/image6.png"/><Relationship Id="rId4" Type="http://schemas.openxmlformats.org/officeDocument/2006/relationships/image" Target="../media/image13.svg"/><Relationship Id="rId9"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9F6E7"/>
        </a:solidFill>
        <a:effectLst/>
      </p:bgPr>
    </p:bg>
    <p:spTree>
      <p:nvGrpSpPr>
        <p:cNvPr id="1" name=""/>
        <p:cNvGrpSpPr/>
        <p:nvPr/>
      </p:nvGrpSpPr>
      <p:grpSpPr>
        <a:xfrm>
          <a:off x="0" y="0"/>
          <a:ext cx="0" cy="0"/>
          <a:chOff x="0" y="0"/>
          <a:chExt cx="0" cy="0"/>
        </a:xfrm>
      </p:grpSpPr>
      <p:sp>
        <p:nvSpPr>
          <p:cNvPr id="2" name="Freeform 2"/>
          <p:cNvSpPr/>
          <p:nvPr/>
        </p:nvSpPr>
        <p:spPr>
          <a:xfrm>
            <a:off x="9144000" y="147257"/>
            <a:ext cx="12506991" cy="10287000"/>
          </a:xfrm>
          <a:custGeom>
            <a:avLst/>
            <a:gdLst/>
            <a:ahLst/>
            <a:cxnLst/>
            <a:rect l="l" t="t" r="r" b="b"/>
            <a:pathLst>
              <a:path w="12506991" h="10287000">
                <a:moveTo>
                  <a:pt x="0" y="0"/>
                </a:moveTo>
                <a:lnTo>
                  <a:pt x="12506991" y="0"/>
                </a:lnTo>
                <a:lnTo>
                  <a:pt x="12506991" y="10287000"/>
                </a:lnTo>
                <a:lnTo>
                  <a:pt x="0" y="10287000"/>
                </a:lnTo>
                <a:lnTo>
                  <a:pt x="0" y="0"/>
                </a:lnTo>
                <a:close/>
              </a:path>
            </a:pathLst>
          </a:custGeom>
          <a:blipFill>
            <a:blip>
              <a:extLst>
                <a:ext uri="{96DAC541-7B7A-43D3-8B79-37D633B846F1}">
                  <asvg:svgBlip xmlns:asvg="http://schemas.microsoft.com/office/drawing/2016/SVG/main" r:embed="rId3"/>
                </a:ext>
              </a:extLst>
            </a:blip>
            <a:stretch>
              <a:fillRect t="-10" b="-10"/>
            </a:stretch>
          </a:blipFill>
        </p:spPr>
        <p:txBody>
          <a:bodyPr/>
          <a:lstStyle/>
          <a:p>
            <a:endParaRPr lang="en-US" dirty="0">
              <a:latin typeface="Figtree" pitchFamily="2" charset="0"/>
            </a:endParaRPr>
          </a:p>
        </p:txBody>
      </p:sp>
      <p:sp>
        <p:nvSpPr>
          <p:cNvPr id="3" name="Freeform 3"/>
          <p:cNvSpPr/>
          <p:nvPr/>
        </p:nvSpPr>
        <p:spPr>
          <a:xfrm>
            <a:off x="198496" y="147257"/>
            <a:ext cx="3160410" cy="1411650"/>
          </a:xfrm>
          <a:custGeom>
            <a:avLst/>
            <a:gdLst/>
            <a:ahLst/>
            <a:cxnLst/>
            <a:rect l="l" t="t" r="r" b="b"/>
            <a:pathLst>
              <a:path w="3160410" h="1411650">
                <a:moveTo>
                  <a:pt x="0" y="0"/>
                </a:moveTo>
                <a:lnTo>
                  <a:pt x="3160410" y="0"/>
                </a:lnTo>
                <a:lnTo>
                  <a:pt x="3160410" y="1411650"/>
                </a:lnTo>
                <a:lnTo>
                  <a:pt x="0" y="1411650"/>
                </a:lnTo>
                <a:lnTo>
                  <a:pt x="0" y="0"/>
                </a:lnTo>
                <a:close/>
              </a:path>
            </a:pathLst>
          </a:custGeom>
          <a:blipFill>
            <a:blip>
              <a:extLst>
                <a:ext uri="{96DAC541-7B7A-43D3-8B79-37D633B846F1}">
                  <asvg:svgBlip xmlns:asvg="http://schemas.microsoft.com/office/drawing/2016/SVG/main" r:embed="rId4"/>
                </a:ext>
              </a:extLst>
            </a:blip>
            <a:stretch>
              <a:fillRect t="-238" b="-238"/>
            </a:stretch>
          </a:blipFill>
        </p:spPr>
        <p:txBody>
          <a:bodyPr/>
          <a:lstStyle/>
          <a:p>
            <a:endParaRPr lang="en-US" dirty="0">
              <a:latin typeface="Figtree" pitchFamily="2" charset="0"/>
            </a:endParaRPr>
          </a:p>
        </p:txBody>
      </p:sp>
      <p:sp>
        <p:nvSpPr>
          <p:cNvPr id="4" name="TextBox 4"/>
          <p:cNvSpPr txBox="1"/>
          <p:nvPr/>
        </p:nvSpPr>
        <p:spPr>
          <a:xfrm>
            <a:off x="1315713" y="3814770"/>
            <a:ext cx="10282289" cy="2702563"/>
          </a:xfrm>
          <a:prstGeom prst="rect">
            <a:avLst/>
          </a:prstGeom>
        </p:spPr>
        <p:txBody>
          <a:bodyPr lIns="0" tIns="0" rIns="0" bIns="0" rtlCol="0" anchor="t">
            <a:spAutoFit/>
          </a:bodyPr>
          <a:lstStyle/>
          <a:p>
            <a:pPr algn="l">
              <a:lnSpc>
                <a:spcPts val="10400"/>
              </a:lnSpc>
            </a:pPr>
            <a:r>
              <a:rPr lang="en-US" sz="10400" dirty="0">
                <a:solidFill>
                  <a:srgbClr val="272A24"/>
                </a:solidFill>
                <a:latin typeface="Figtree" pitchFamily="2" charset="0"/>
                <a:ea typeface="Figtree 1"/>
                <a:cs typeface="Figtree 1"/>
                <a:sym typeface="Figtree 1"/>
              </a:rPr>
              <a:t>Design thinking for robotics</a:t>
            </a:r>
          </a:p>
        </p:txBody>
      </p:sp>
      <p:sp>
        <p:nvSpPr>
          <p:cNvPr id="5" name="TextBox 5"/>
          <p:cNvSpPr txBox="1"/>
          <p:nvPr/>
        </p:nvSpPr>
        <p:spPr>
          <a:xfrm>
            <a:off x="1315713" y="7298588"/>
            <a:ext cx="8961599" cy="1147826"/>
          </a:xfrm>
          <a:prstGeom prst="rect">
            <a:avLst/>
          </a:prstGeom>
        </p:spPr>
        <p:txBody>
          <a:bodyPr lIns="0" tIns="0" rIns="0" bIns="0" rtlCol="0" anchor="t">
            <a:spAutoFit/>
          </a:bodyPr>
          <a:lstStyle/>
          <a:p>
            <a:pPr algn="l">
              <a:lnSpc>
                <a:spcPts val="4522"/>
              </a:lnSpc>
            </a:pPr>
            <a:r>
              <a:rPr lang="en-US" sz="3800" dirty="0">
                <a:solidFill>
                  <a:srgbClr val="272A24"/>
                </a:solidFill>
                <a:latin typeface="Figtree" pitchFamily="2" charset="0"/>
                <a:ea typeface="Figtree 1"/>
                <a:cs typeface="Figtree 1"/>
                <a:sym typeface="Figtree 1"/>
              </a:rPr>
              <a:t>Designing and testing a bionic arm for a limb different client</a:t>
            </a:r>
          </a:p>
        </p:txBody>
      </p:sp>
      <p:grpSp>
        <p:nvGrpSpPr>
          <p:cNvPr id="6" name="Group 6"/>
          <p:cNvGrpSpPr/>
          <p:nvPr/>
        </p:nvGrpSpPr>
        <p:grpSpPr>
          <a:xfrm>
            <a:off x="14365539" y="275069"/>
            <a:ext cx="3666815" cy="1217163"/>
            <a:chOff x="0" y="0"/>
            <a:chExt cx="4889087" cy="1622884"/>
          </a:xfrm>
        </p:grpSpPr>
        <p:sp>
          <p:nvSpPr>
            <p:cNvPr id="7" name="Freeform 7"/>
            <p:cNvSpPr/>
            <p:nvPr/>
          </p:nvSpPr>
          <p:spPr>
            <a:xfrm>
              <a:off x="0" y="0"/>
              <a:ext cx="4889119" cy="1622933"/>
            </a:xfrm>
            <a:custGeom>
              <a:avLst/>
              <a:gdLst/>
              <a:ahLst/>
              <a:cxnLst/>
              <a:rect l="l" t="t" r="r" b="b"/>
              <a:pathLst>
                <a:path w="4889119" h="1622933">
                  <a:moveTo>
                    <a:pt x="0" y="0"/>
                  </a:moveTo>
                  <a:lnTo>
                    <a:pt x="4889119" y="0"/>
                  </a:lnTo>
                  <a:lnTo>
                    <a:pt x="4889119" y="1622933"/>
                  </a:lnTo>
                  <a:lnTo>
                    <a:pt x="0" y="1622933"/>
                  </a:lnTo>
                  <a:lnTo>
                    <a:pt x="0" y="0"/>
                  </a:lnTo>
                  <a:close/>
                </a:path>
              </a:pathLst>
            </a:custGeom>
            <a:blipFill>
              <a:blip r:embed="rId5"/>
              <a:stretch>
                <a:fillRect t="-16945" b="-16942"/>
              </a:stretch>
            </a:blipFill>
          </p:spPr>
          <p:txBody>
            <a:bodyPr/>
            <a:lstStyle/>
            <a:p>
              <a:endParaRPr lang="en-US" dirty="0">
                <a:latin typeface="Figtree" pitchFamily="2" charset="0"/>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9F6E7"/>
        </a:solidFill>
        <a:effectLst/>
      </p:bgPr>
    </p:bg>
    <p:spTree>
      <p:nvGrpSpPr>
        <p:cNvPr id="1" name=""/>
        <p:cNvGrpSpPr/>
        <p:nvPr/>
      </p:nvGrpSpPr>
      <p:grpSpPr>
        <a:xfrm>
          <a:off x="0" y="0"/>
          <a:ext cx="0" cy="0"/>
          <a:chOff x="0" y="0"/>
          <a:chExt cx="0" cy="0"/>
        </a:xfrm>
      </p:grpSpPr>
      <p:sp>
        <p:nvSpPr>
          <p:cNvPr id="35" name="Freeform 3">
            <a:extLst>
              <a:ext uri="{FF2B5EF4-FFF2-40B4-BE49-F238E27FC236}">
                <a16:creationId xmlns:a16="http://schemas.microsoft.com/office/drawing/2014/main" id="{88FF5AA3-166C-DDA4-56B6-6C66C333ABF8}"/>
              </a:ext>
            </a:extLst>
          </p:cNvPr>
          <p:cNvSpPr/>
          <p:nvPr/>
        </p:nvSpPr>
        <p:spPr>
          <a:xfrm>
            <a:off x="12703915" y="665924"/>
            <a:ext cx="5551987" cy="9525000"/>
          </a:xfrm>
          <a:custGeom>
            <a:avLst/>
            <a:gdLst/>
            <a:ahLst/>
            <a:cxnLst/>
            <a:rect l="l" t="t" r="r" b="b"/>
            <a:pathLst>
              <a:path w="2042898" h="3170989">
                <a:moveTo>
                  <a:pt x="149716" y="0"/>
                </a:moveTo>
                <a:lnTo>
                  <a:pt x="1893182" y="0"/>
                </a:lnTo>
                <a:cubicBezTo>
                  <a:pt x="1932889" y="0"/>
                  <a:pt x="1970970" y="15774"/>
                  <a:pt x="1999047" y="43851"/>
                </a:cubicBezTo>
                <a:cubicBezTo>
                  <a:pt x="2027124" y="71928"/>
                  <a:pt x="2042898" y="110009"/>
                  <a:pt x="2042898" y="149716"/>
                </a:cubicBezTo>
                <a:lnTo>
                  <a:pt x="2042898" y="3021274"/>
                </a:lnTo>
                <a:cubicBezTo>
                  <a:pt x="2042898" y="3060981"/>
                  <a:pt x="2027124" y="3099062"/>
                  <a:pt x="1999047" y="3127139"/>
                </a:cubicBezTo>
                <a:cubicBezTo>
                  <a:pt x="1970970" y="3155216"/>
                  <a:pt x="1932889" y="3170989"/>
                  <a:pt x="1893182" y="3170989"/>
                </a:cubicBezTo>
                <a:lnTo>
                  <a:pt x="149716" y="3170989"/>
                </a:lnTo>
                <a:cubicBezTo>
                  <a:pt x="110009" y="3170989"/>
                  <a:pt x="71928" y="3155216"/>
                  <a:pt x="43851" y="3127139"/>
                </a:cubicBezTo>
                <a:cubicBezTo>
                  <a:pt x="15774" y="3099062"/>
                  <a:pt x="0" y="3060981"/>
                  <a:pt x="0" y="3021274"/>
                </a:cubicBezTo>
                <a:lnTo>
                  <a:pt x="0" y="149716"/>
                </a:lnTo>
                <a:cubicBezTo>
                  <a:pt x="0" y="110009"/>
                  <a:pt x="15774" y="71928"/>
                  <a:pt x="43851" y="43851"/>
                </a:cubicBezTo>
                <a:cubicBezTo>
                  <a:pt x="71928" y="15774"/>
                  <a:pt x="110009" y="0"/>
                  <a:pt x="149716" y="0"/>
                </a:cubicBezTo>
                <a:close/>
              </a:path>
            </a:pathLst>
          </a:custGeom>
          <a:solidFill>
            <a:srgbClr val="00BC74"/>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Figtree" pitchFamily="2" charset="0"/>
              <a:ea typeface="+mn-ea"/>
              <a:cs typeface="+mn-cs"/>
            </a:endParaRPr>
          </a:p>
        </p:txBody>
      </p:sp>
      <p:sp>
        <p:nvSpPr>
          <p:cNvPr id="18" name="Freeform 18"/>
          <p:cNvSpPr/>
          <p:nvPr/>
        </p:nvSpPr>
        <p:spPr>
          <a:xfrm rot="5400000">
            <a:off x="10823324" y="4875550"/>
            <a:ext cx="1248905" cy="1248905"/>
          </a:xfrm>
          <a:custGeom>
            <a:avLst/>
            <a:gdLst/>
            <a:ahLst/>
            <a:cxnLst/>
            <a:rect l="l" t="t" r="r" b="b"/>
            <a:pathLst>
              <a:path w="1248905" h="1248905">
                <a:moveTo>
                  <a:pt x="0" y="0"/>
                </a:moveTo>
                <a:lnTo>
                  <a:pt x="1248905" y="0"/>
                </a:lnTo>
                <a:lnTo>
                  <a:pt x="1248905" y="1248905"/>
                </a:lnTo>
                <a:lnTo>
                  <a:pt x="0" y="124890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Figtree" pitchFamily="2" charset="0"/>
              <a:ea typeface="+mn-ea"/>
              <a:cs typeface="+mn-cs"/>
            </a:endParaRPr>
          </a:p>
        </p:txBody>
      </p:sp>
      <p:sp>
        <p:nvSpPr>
          <p:cNvPr id="19" name="TextBox 19"/>
          <p:cNvSpPr txBox="1"/>
          <p:nvPr/>
        </p:nvSpPr>
        <p:spPr>
          <a:xfrm>
            <a:off x="1219200" y="266700"/>
            <a:ext cx="12699650" cy="798449"/>
          </a:xfrm>
          <a:prstGeom prst="rect">
            <a:avLst/>
          </a:prstGeom>
        </p:spPr>
        <p:txBody>
          <a:bodyPr lIns="0" tIns="0" rIns="0" bIns="0" rtlCol="0" anchor="t">
            <a:spAutoFit/>
          </a:bodyPr>
          <a:lstStyle/>
          <a:p>
            <a:pPr marL="0" marR="0" lvl="0" indent="0" algn="ctr" defTabSz="914400" rtl="0" eaLnBrk="1" fontAlgn="auto" latinLnBrk="0" hangingPunct="1">
              <a:lnSpc>
                <a:spcPts val="6148"/>
              </a:lnSpc>
              <a:spcBef>
                <a:spcPts val="0"/>
              </a:spcBef>
              <a:spcAft>
                <a:spcPts val="0"/>
              </a:spcAft>
              <a:buClrTx/>
              <a:buSzTx/>
              <a:buFontTx/>
              <a:buNone/>
              <a:tabLst/>
              <a:defRPr/>
            </a:pPr>
            <a:r>
              <a:rPr lang="en-US" sz="5800" b="1" dirty="0">
                <a:solidFill>
                  <a:srgbClr val="00BC74"/>
                </a:solidFill>
                <a:latin typeface="Figtree" pitchFamily="2" charset="0"/>
                <a:ea typeface="Figtree 2 Semi-Bold"/>
                <a:cs typeface="Figtree 2 Semi-Bold"/>
                <a:sym typeface="Figtree 2 Semi-Bold"/>
              </a:rPr>
              <a:t>Iteration is key…</a:t>
            </a:r>
            <a:endParaRPr kumimoji="0" lang="en-US" sz="5800" b="1" i="0" u="none" strike="noStrike" kern="1200" cap="none" spc="0" normalizeH="0" baseline="0" noProof="0" dirty="0">
              <a:ln>
                <a:noFill/>
              </a:ln>
              <a:solidFill>
                <a:srgbClr val="00BC74"/>
              </a:solidFill>
              <a:effectLst/>
              <a:uLnTx/>
              <a:uFillTx/>
              <a:latin typeface="Figtree" pitchFamily="2" charset="0"/>
              <a:ea typeface="Figtree 2 Semi-Bold"/>
              <a:cs typeface="Figtree 2 Semi-Bold"/>
              <a:sym typeface="Figtree 2 Semi-Bold"/>
            </a:endParaRPr>
          </a:p>
        </p:txBody>
      </p:sp>
      <p:sp>
        <p:nvSpPr>
          <p:cNvPr id="23" name="TextBox 14">
            <a:extLst>
              <a:ext uri="{FF2B5EF4-FFF2-40B4-BE49-F238E27FC236}">
                <a16:creationId xmlns:a16="http://schemas.microsoft.com/office/drawing/2014/main" id="{7FCC98B5-8BF7-9F61-9CE2-A38EEF35F358}"/>
              </a:ext>
            </a:extLst>
          </p:cNvPr>
          <p:cNvSpPr txBox="1"/>
          <p:nvPr/>
        </p:nvSpPr>
        <p:spPr>
          <a:xfrm>
            <a:off x="13734284" y="2561381"/>
            <a:ext cx="4504374" cy="5180905"/>
          </a:xfrm>
          <a:prstGeom prst="rect">
            <a:avLst/>
          </a:prstGeom>
        </p:spPr>
        <p:txBody>
          <a:bodyPr wrap="square" lIns="0" tIns="0" rIns="0" bIns="0" rtlCol="0" anchor="t">
            <a:spAutoFit/>
          </a:bodyPr>
          <a:lstStyle/>
          <a:p>
            <a:pPr marL="0" marR="0" lvl="0" indent="0" defTabSz="914400" rtl="0" eaLnBrk="1" fontAlgn="auto" latinLnBrk="0" hangingPunct="1">
              <a:lnSpc>
                <a:spcPts val="3749"/>
              </a:lnSpc>
              <a:spcBef>
                <a:spcPts val="0"/>
              </a:spcBef>
              <a:spcAft>
                <a:spcPts val="0"/>
              </a:spcAft>
              <a:buClrTx/>
              <a:buSzTx/>
              <a:buFontTx/>
              <a:buNone/>
              <a:tabLst/>
              <a:defRPr/>
            </a:pPr>
            <a:r>
              <a:rPr kumimoji="0" lang="en-US" sz="2499" b="1" i="0" u="none" strike="noStrike" kern="1200" cap="none" spc="0" normalizeH="0" baseline="0" noProof="0" dirty="0">
                <a:ln>
                  <a:noFill/>
                </a:ln>
                <a:solidFill>
                  <a:srgbClr val="272A24"/>
                </a:solidFill>
                <a:effectLst/>
                <a:uLnTx/>
                <a:uFillTx/>
                <a:latin typeface="Figtree" pitchFamily="2" charset="0"/>
                <a:ea typeface="Figtree 2"/>
                <a:cs typeface="Figtree 2"/>
                <a:sym typeface="Figtree 2"/>
              </a:rPr>
              <a:t>Nature </a:t>
            </a:r>
          </a:p>
          <a:p>
            <a:pPr marL="0" marR="0" lvl="0" indent="0" defTabSz="914400" rtl="0" eaLnBrk="1" fontAlgn="auto" latinLnBrk="0" hangingPunct="1">
              <a:lnSpc>
                <a:spcPts val="3749"/>
              </a:lnSpc>
              <a:spcBef>
                <a:spcPts val="0"/>
              </a:spcBef>
              <a:spcAft>
                <a:spcPts val="0"/>
              </a:spcAft>
              <a:buClrTx/>
              <a:buSzTx/>
              <a:buFontTx/>
              <a:buNone/>
              <a:tabLst/>
              <a:defRPr/>
            </a:pPr>
            <a:r>
              <a:rPr lang="en-US" sz="2499" dirty="0">
                <a:solidFill>
                  <a:srgbClr val="272A24"/>
                </a:solidFill>
                <a:latin typeface="Figtree" pitchFamily="2" charset="0"/>
                <a:ea typeface="Figtree 2"/>
                <a:cs typeface="Figtree 2"/>
                <a:sym typeface="Figtree 2"/>
              </a:rPr>
              <a:t>Visit the biomimicry library</a:t>
            </a:r>
          </a:p>
          <a:p>
            <a:pPr marL="0" marR="0" lvl="0" indent="0" defTabSz="914400" rtl="0" eaLnBrk="1" fontAlgn="auto" latinLnBrk="0" hangingPunct="1">
              <a:lnSpc>
                <a:spcPts val="3749"/>
              </a:lnSpc>
              <a:spcBef>
                <a:spcPts val="0"/>
              </a:spcBef>
              <a:spcAft>
                <a:spcPts val="0"/>
              </a:spcAft>
              <a:buClrTx/>
              <a:buSzTx/>
              <a:buFontTx/>
              <a:buNone/>
              <a:tabLst/>
              <a:defRPr/>
            </a:pPr>
            <a:endParaRPr lang="en-US" sz="2499" dirty="0">
              <a:solidFill>
                <a:srgbClr val="272A24"/>
              </a:solidFill>
              <a:latin typeface="Figtree" pitchFamily="2" charset="0"/>
              <a:ea typeface="Figtree 2"/>
              <a:cs typeface="Figtree 2"/>
              <a:sym typeface="Figtree 2"/>
            </a:endParaRPr>
          </a:p>
          <a:p>
            <a:pPr marL="0" marR="0" lvl="0" indent="0" defTabSz="914400" rtl="0" eaLnBrk="1" fontAlgn="auto" latinLnBrk="0" hangingPunct="1">
              <a:lnSpc>
                <a:spcPts val="3749"/>
              </a:lnSpc>
              <a:spcBef>
                <a:spcPts val="0"/>
              </a:spcBef>
              <a:spcAft>
                <a:spcPts val="0"/>
              </a:spcAft>
              <a:buClrTx/>
              <a:buSzTx/>
              <a:buFontTx/>
              <a:buNone/>
              <a:tabLst/>
              <a:defRPr/>
            </a:pPr>
            <a:r>
              <a:rPr kumimoji="0" lang="en-US" sz="2499" b="1" i="0" u="none" strike="noStrike" kern="1200" cap="none" spc="0" normalizeH="0" baseline="0" noProof="0" dirty="0">
                <a:ln>
                  <a:noFill/>
                </a:ln>
                <a:solidFill>
                  <a:srgbClr val="272A24"/>
                </a:solidFill>
                <a:effectLst/>
                <a:uLnTx/>
                <a:uFillTx/>
                <a:latin typeface="Figtree" pitchFamily="2" charset="0"/>
                <a:ea typeface="Figtree 2"/>
                <a:cs typeface="Figtree 2"/>
                <a:sym typeface="Figtree 2"/>
              </a:rPr>
              <a:t>Human biology</a:t>
            </a:r>
          </a:p>
          <a:p>
            <a:pPr marL="0" marR="0" lvl="0" indent="0" defTabSz="914400" rtl="0" eaLnBrk="1" fontAlgn="auto" latinLnBrk="0" hangingPunct="1">
              <a:lnSpc>
                <a:spcPts val="3749"/>
              </a:lnSpc>
              <a:spcBef>
                <a:spcPts val="0"/>
              </a:spcBef>
              <a:spcAft>
                <a:spcPts val="0"/>
              </a:spcAft>
              <a:buClrTx/>
              <a:buSzTx/>
              <a:buFontTx/>
              <a:buNone/>
              <a:tabLst/>
              <a:defRPr/>
            </a:pPr>
            <a:r>
              <a:rPr lang="en-US" sz="2499" dirty="0">
                <a:solidFill>
                  <a:srgbClr val="272A24"/>
                </a:solidFill>
                <a:latin typeface="Figtree" pitchFamily="2" charset="0"/>
                <a:ea typeface="Figtree 2"/>
                <a:cs typeface="Figtree 2"/>
                <a:sym typeface="Figtree 2"/>
              </a:rPr>
              <a:t>Visit the human arm app</a:t>
            </a:r>
          </a:p>
          <a:p>
            <a:pPr marL="0" marR="0" lvl="0" indent="0" defTabSz="914400" rtl="0" eaLnBrk="1" fontAlgn="auto" latinLnBrk="0" hangingPunct="1">
              <a:lnSpc>
                <a:spcPts val="3749"/>
              </a:lnSpc>
              <a:spcBef>
                <a:spcPts val="0"/>
              </a:spcBef>
              <a:spcAft>
                <a:spcPts val="0"/>
              </a:spcAft>
              <a:buClrTx/>
              <a:buSzTx/>
              <a:buFontTx/>
              <a:buNone/>
              <a:tabLst/>
              <a:defRPr/>
            </a:pPr>
            <a:endParaRPr kumimoji="0" lang="en-US" sz="2499" b="0" i="0" u="none" strike="noStrike" kern="1200" cap="none" spc="0" normalizeH="0" baseline="0" noProof="0" dirty="0">
              <a:ln>
                <a:noFill/>
              </a:ln>
              <a:solidFill>
                <a:srgbClr val="272A24"/>
              </a:solidFill>
              <a:effectLst/>
              <a:uLnTx/>
              <a:uFillTx/>
              <a:latin typeface="Figtree" pitchFamily="2" charset="0"/>
              <a:ea typeface="Figtree 2"/>
              <a:cs typeface="Figtree 2"/>
              <a:sym typeface="Figtree 2"/>
            </a:endParaRPr>
          </a:p>
          <a:p>
            <a:pPr marL="0" marR="0" lvl="0" indent="0" defTabSz="914400" rtl="0" eaLnBrk="1" fontAlgn="auto" latinLnBrk="0" hangingPunct="1">
              <a:lnSpc>
                <a:spcPts val="3749"/>
              </a:lnSpc>
              <a:spcBef>
                <a:spcPts val="0"/>
              </a:spcBef>
              <a:spcAft>
                <a:spcPts val="0"/>
              </a:spcAft>
              <a:buClrTx/>
              <a:buSzTx/>
              <a:buFontTx/>
              <a:buNone/>
              <a:tabLst/>
              <a:defRPr/>
            </a:pPr>
            <a:r>
              <a:rPr kumimoji="0" lang="en-US" sz="2499" b="1" i="0" u="none" strike="noStrike" kern="1200" cap="none" spc="0" normalizeH="0" baseline="0" noProof="0" dirty="0">
                <a:ln>
                  <a:noFill/>
                </a:ln>
                <a:solidFill>
                  <a:srgbClr val="272A24"/>
                </a:solidFill>
                <a:effectLst/>
                <a:uLnTx/>
                <a:uFillTx/>
                <a:latin typeface="Figtree" pitchFamily="2" charset="0"/>
                <a:ea typeface="Figtree 2"/>
                <a:cs typeface="Figtree 2"/>
                <a:sym typeface="Figtree 2"/>
              </a:rPr>
              <a:t>Smart technology</a:t>
            </a:r>
          </a:p>
          <a:p>
            <a:pPr marL="0" marR="0" lvl="0" indent="0" defTabSz="914400" rtl="0" eaLnBrk="1" fontAlgn="auto" latinLnBrk="0" hangingPunct="1">
              <a:lnSpc>
                <a:spcPts val="3749"/>
              </a:lnSpc>
              <a:spcBef>
                <a:spcPts val="0"/>
              </a:spcBef>
              <a:spcAft>
                <a:spcPts val="0"/>
              </a:spcAft>
              <a:buClrTx/>
              <a:buSzTx/>
              <a:buFontTx/>
              <a:buNone/>
              <a:tabLst/>
              <a:defRPr/>
            </a:pPr>
            <a:r>
              <a:rPr kumimoji="0" lang="en-US" sz="2499" i="0" u="none" strike="noStrike" kern="1200" cap="none" spc="0" normalizeH="0" baseline="0" noProof="0" dirty="0">
                <a:ln>
                  <a:noFill/>
                </a:ln>
                <a:solidFill>
                  <a:srgbClr val="272A24"/>
                </a:solidFill>
                <a:effectLst/>
                <a:uLnTx/>
                <a:uFillTx/>
                <a:latin typeface="Figtree" pitchFamily="2" charset="0"/>
                <a:ea typeface="Figtree 2"/>
                <a:cs typeface="Figtree 2"/>
                <a:sym typeface="Figtree 2"/>
              </a:rPr>
              <a:t>Visit the </a:t>
            </a:r>
            <a:r>
              <a:rPr kumimoji="0" lang="en-US" sz="2499" i="0" u="none" strike="noStrike" kern="1200" cap="none" spc="0" normalizeH="0" baseline="0" noProof="0" dirty="0" err="1">
                <a:ln>
                  <a:noFill/>
                </a:ln>
                <a:solidFill>
                  <a:srgbClr val="272A24"/>
                </a:solidFill>
                <a:effectLst/>
                <a:uLnTx/>
                <a:uFillTx/>
                <a:latin typeface="Figtree" pitchFamily="2" charset="0"/>
                <a:ea typeface="Figtree 2"/>
                <a:cs typeface="Figtree 2"/>
                <a:sym typeface="Figtree 2"/>
              </a:rPr>
              <a:t>myosensors</a:t>
            </a:r>
            <a:r>
              <a:rPr kumimoji="0" lang="en-US" sz="2499" i="0" u="none" strike="noStrike" kern="1200" cap="none" spc="0" normalizeH="0" baseline="0" noProof="0" dirty="0">
                <a:ln>
                  <a:noFill/>
                </a:ln>
                <a:solidFill>
                  <a:srgbClr val="272A24"/>
                </a:solidFill>
                <a:effectLst/>
                <a:uLnTx/>
                <a:uFillTx/>
                <a:latin typeface="Figtree" pitchFamily="2" charset="0"/>
                <a:ea typeface="Figtree 2"/>
                <a:cs typeface="Figtree 2"/>
                <a:sym typeface="Figtree 2"/>
              </a:rPr>
              <a:t> module</a:t>
            </a:r>
          </a:p>
          <a:p>
            <a:pPr marL="0" marR="0" lvl="0" indent="0" defTabSz="914400" rtl="0" eaLnBrk="1" fontAlgn="auto" latinLnBrk="0" hangingPunct="1">
              <a:lnSpc>
                <a:spcPts val="3749"/>
              </a:lnSpc>
              <a:spcBef>
                <a:spcPts val="0"/>
              </a:spcBef>
              <a:spcAft>
                <a:spcPts val="0"/>
              </a:spcAft>
              <a:buClrTx/>
              <a:buSzTx/>
              <a:buFontTx/>
              <a:buNone/>
              <a:tabLst/>
              <a:defRPr/>
            </a:pPr>
            <a:endParaRPr lang="en-US" sz="2499" dirty="0">
              <a:solidFill>
                <a:srgbClr val="272A24"/>
              </a:solidFill>
              <a:latin typeface="Figtree" pitchFamily="2" charset="0"/>
              <a:ea typeface="Figtree 2"/>
              <a:cs typeface="Figtree 2"/>
              <a:sym typeface="Figtree 2"/>
            </a:endParaRPr>
          </a:p>
          <a:p>
            <a:pPr marL="0" marR="0" lvl="0" indent="0" defTabSz="914400" rtl="0" eaLnBrk="1" fontAlgn="auto" latinLnBrk="0" hangingPunct="1">
              <a:lnSpc>
                <a:spcPts val="3749"/>
              </a:lnSpc>
              <a:spcBef>
                <a:spcPts val="0"/>
              </a:spcBef>
              <a:spcAft>
                <a:spcPts val="0"/>
              </a:spcAft>
              <a:buClrTx/>
              <a:buSzTx/>
              <a:buFontTx/>
              <a:buNone/>
              <a:tabLst/>
              <a:defRPr/>
            </a:pPr>
            <a:r>
              <a:rPr kumimoji="0" lang="en-US" sz="2499" b="1" i="0" u="none" strike="noStrike" kern="1200" cap="none" spc="0" normalizeH="0" baseline="0" noProof="0" dirty="0">
                <a:ln>
                  <a:noFill/>
                </a:ln>
                <a:solidFill>
                  <a:srgbClr val="272A24"/>
                </a:solidFill>
                <a:effectLst/>
                <a:uLnTx/>
                <a:uFillTx/>
                <a:latin typeface="Figtree" pitchFamily="2" charset="0"/>
                <a:ea typeface="Figtree 2"/>
                <a:cs typeface="Figtree 2"/>
                <a:sym typeface="Figtree 2"/>
              </a:rPr>
              <a:t>SCAMPER wheel</a:t>
            </a:r>
          </a:p>
          <a:p>
            <a:pPr marL="0" marR="0" lvl="0" indent="0" defTabSz="914400" rtl="0" eaLnBrk="1" fontAlgn="auto" latinLnBrk="0" hangingPunct="1">
              <a:lnSpc>
                <a:spcPts val="3749"/>
              </a:lnSpc>
              <a:spcBef>
                <a:spcPts val="0"/>
              </a:spcBef>
              <a:spcAft>
                <a:spcPts val="0"/>
              </a:spcAft>
              <a:buClrTx/>
              <a:buSzTx/>
              <a:buFontTx/>
              <a:buNone/>
              <a:tabLst/>
              <a:defRPr/>
            </a:pPr>
            <a:r>
              <a:rPr lang="en-US" sz="2499" dirty="0">
                <a:solidFill>
                  <a:srgbClr val="272A24"/>
                </a:solidFill>
                <a:latin typeface="Figtree" pitchFamily="2" charset="0"/>
                <a:ea typeface="Figtree 2"/>
                <a:cs typeface="Figtree 2"/>
                <a:sym typeface="Figtree 2"/>
              </a:rPr>
              <a:t>Visit the SCAMPER wheel</a:t>
            </a:r>
          </a:p>
        </p:txBody>
      </p:sp>
      <p:grpSp>
        <p:nvGrpSpPr>
          <p:cNvPr id="26" name="Group 11">
            <a:extLst>
              <a:ext uri="{FF2B5EF4-FFF2-40B4-BE49-F238E27FC236}">
                <a16:creationId xmlns:a16="http://schemas.microsoft.com/office/drawing/2014/main" id="{C05F76A6-2956-F35D-0AC0-5F7F71C0E807}"/>
              </a:ext>
            </a:extLst>
          </p:cNvPr>
          <p:cNvGrpSpPr/>
          <p:nvPr/>
        </p:nvGrpSpPr>
        <p:grpSpPr>
          <a:xfrm>
            <a:off x="13062057" y="2628105"/>
            <a:ext cx="594237" cy="718046"/>
            <a:chOff x="0" y="0"/>
            <a:chExt cx="938247" cy="957395"/>
          </a:xfrm>
        </p:grpSpPr>
        <p:sp>
          <p:nvSpPr>
            <p:cNvPr id="27" name="Freeform 12">
              <a:extLst>
                <a:ext uri="{FF2B5EF4-FFF2-40B4-BE49-F238E27FC236}">
                  <a16:creationId xmlns:a16="http://schemas.microsoft.com/office/drawing/2014/main" id="{609B21ED-EDF5-7FD3-42A2-977825565444}"/>
                </a:ext>
              </a:extLst>
            </p:cNvPr>
            <p:cNvSpPr/>
            <p:nvPr/>
          </p:nvSpPr>
          <p:spPr>
            <a:xfrm rot="5400000">
              <a:off x="-9574" y="9574"/>
              <a:ext cx="957395" cy="938247"/>
            </a:xfrm>
            <a:custGeom>
              <a:avLst/>
              <a:gdLst/>
              <a:ahLst/>
              <a:cxnLst/>
              <a:rect l="l" t="t" r="r" b="b"/>
              <a:pathLst>
                <a:path w="957395" h="938247">
                  <a:moveTo>
                    <a:pt x="0" y="0"/>
                  </a:moveTo>
                  <a:lnTo>
                    <a:pt x="957395" y="0"/>
                  </a:lnTo>
                  <a:lnTo>
                    <a:pt x="957395" y="938247"/>
                  </a:lnTo>
                  <a:lnTo>
                    <a:pt x="0" y="93824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dirty="0">
                <a:latin typeface="Figtree" pitchFamily="2" charset="0"/>
              </a:endParaRPr>
            </a:p>
          </p:txBody>
        </p:sp>
        <p:sp>
          <p:nvSpPr>
            <p:cNvPr id="28" name="TextBox 13">
              <a:extLst>
                <a:ext uri="{FF2B5EF4-FFF2-40B4-BE49-F238E27FC236}">
                  <a16:creationId xmlns:a16="http://schemas.microsoft.com/office/drawing/2014/main" id="{9F4375F7-88B0-D52B-49E6-DED40B1DAEC0}"/>
                </a:ext>
              </a:extLst>
            </p:cNvPr>
            <p:cNvSpPr txBox="1"/>
            <p:nvPr/>
          </p:nvSpPr>
          <p:spPr>
            <a:xfrm>
              <a:off x="102873" y="155879"/>
              <a:ext cx="697306" cy="693262"/>
            </a:xfrm>
            <a:prstGeom prst="rect">
              <a:avLst/>
            </a:prstGeom>
          </p:spPr>
          <p:txBody>
            <a:bodyPr lIns="0" tIns="0" rIns="0" bIns="0" rtlCol="0" anchor="t">
              <a:spAutoFit/>
            </a:bodyPr>
            <a:lstStyle/>
            <a:p>
              <a:pPr algn="ctr">
                <a:lnSpc>
                  <a:spcPts val="3882"/>
                </a:lnSpc>
              </a:pPr>
              <a:endParaRPr lang="en-US" sz="3662" b="1" dirty="0">
                <a:solidFill>
                  <a:srgbClr val="CBF4DF"/>
                </a:solidFill>
                <a:latin typeface="Figtree" pitchFamily="2" charset="0"/>
                <a:ea typeface="Figtree 2 Bold"/>
                <a:cs typeface="Figtree 2 Bold"/>
                <a:sym typeface="Figtree 2 Bold"/>
              </a:endParaRPr>
            </a:p>
          </p:txBody>
        </p:sp>
      </p:grpSp>
      <p:grpSp>
        <p:nvGrpSpPr>
          <p:cNvPr id="29" name="Group 14">
            <a:extLst>
              <a:ext uri="{FF2B5EF4-FFF2-40B4-BE49-F238E27FC236}">
                <a16:creationId xmlns:a16="http://schemas.microsoft.com/office/drawing/2014/main" id="{74A79E8D-EDEE-612B-4BC2-CFF577BFC867}"/>
              </a:ext>
            </a:extLst>
          </p:cNvPr>
          <p:cNvGrpSpPr/>
          <p:nvPr/>
        </p:nvGrpSpPr>
        <p:grpSpPr>
          <a:xfrm>
            <a:off x="13036226" y="4026621"/>
            <a:ext cx="594237" cy="718046"/>
            <a:chOff x="0" y="0"/>
            <a:chExt cx="938247" cy="957395"/>
          </a:xfrm>
        </p:grpSpPr>
        <p:sp>
          <p:nvSpPr>
            <p:cNvPr id="30" name="Freeform 15">
              <a:extLst>
                <a:ext uri="{FF2B5EF4-FFF2-40B4-BE49-F238E27FC236}">
                  <a16:creationId xmlns:a16="http://schemas.microsoft.com/office/drawing/2014/main" id="{D558C62E-B011-8346-38A7-FD63B753687F}"/>
                </a:ext>
              </a:extLst>
            </p:cNvPr>
            <p:cNvSpPr/>
            <p:nvPr/>
          </p:nvSpPr>
          <p:spPr>
            <a:xfrm rot="5400000">
              <a:off x="-9574" y="9574"/>
              <a:ext cx="957395" cy="938247"/>
            </a:xfrm>
            <a:custGeom>
              <a:avLst/>
              <a:gdLst/>
              <a:ahLst/>
              <a:cxnLst/>
              <a:rect l="l" t="t" r="r" b="b"/>
              <a:pathLst>
                <a:path w="957395" h="938247">
                  <a:moveTo>
                    <a:pt x="0" y="0"/>
                  </a:moveTo>
                  <a:lnTo>
                    <a:pt x="957395" y="0"/>
                  </a:lnTo>
                  <a:lnTo>
                    <a:pt x="957395" y="938247"/>
                  </a:lnTo>
                  <a:lnTo>
                    <a:pt x="0" y="93824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dirty="0">
                <a:latin typeface="Figtree" pitchFamily="2" charset="0"/>
              </a:endParaRPr>
            </a:p>
          </p:txBody>
        </p:sp>
        <p:sp>
          <p:nvSpPr>
            <p:cNvPr id="31" name="TextBox 16">
              <a:extLst>
                <a:ext uri="{FF2B5EF4-FFF2-40B4-BE49-F238E27FC236}">
                  <a16:creationId xmlns:a16="http://schemas.microsoft.com/office/drawing/2014/main" id="{08959DF0-C89B-623E-97F2-953C5E3AF3C9}"/>
                </a:ext>
              </a:extLst>
            </p:cNvPr>
            <p:cNvSpPr txBox="1"/>
            <p:nvPr/>
          </p:nvSpPr>
          <p:spPr>
            <a:xfrm>
              <a:off x="102873" y="155879"/>
              <a:ext cx="697306" cy="693262"/>
            </a:xfrm>
            <a:prstGeom prst="rect">
              <a:avLst/>
            </a:prstGeom>
          </p:spPr>
          <p:txBody>
            <a:bodyPr lIns="0" tIns="0" rIns="0" bIns="0" rtlCol="0" anchor="t">
              <a:spAutoFit/>
            </a:bodyPr>
            <a:lstStyle/>
            <a:p>
              <a:pPr algn="ctr">
                <a:lnSpc>
                  <a:spcPts val="3882"/>
                </a:lnSpc>
              </a:pPr>
              <a:endParaRPr lang="en-US" sz="3662" b="1" dirty="0">
                <a:solidFill>
                  <a:srgbClr val="CBF4DF"/>
                </a:solidFill>
                <a:latin typeface="Figtree" pitchFamily="2" charset="0"/>
                <a:ea typeface="Figtree 2 Bold"/>
                <a:cs typeface="Figtree 2 Bold"/>
                <a:sym typeface="Figtree 2 Bold"/>
              </a:endParaRPr>
            </a:p>
          </p:txBody>
        </p:sp>
      </p:grpSp>
      <p:grpSp>
        <p:nvGrpSpPr>
          <p:cNvPr id="32" name="Group 17">
            <a:extLst>
              <a:ext uri="{FF2B5EF4-FFF2-40B4-BE49-F238E27FC236}">
                <a16:creationId xmlns:a16="http://schemas.microsoft.com/office/drawing/2014/main" id="{4CDB0040-A738-168C-BD4D-2D51A63414FC}"/>
              </a:ext>
            </a:extLst>
          </p:cNvPr>
          <p:cNvGrpSpPr/>
          <p:nvPr/>
        </p:nvGrpSpPr>
        <p:grpSpPr>
          <a:xfrm>
            <a:off x="13050910" y="5486641"/>
            <a:ext cx="594237" cy="718046"/>
            <a:chOff x="0" y="0"/>
            <a:chExt cx="938247" cy="957395"/>
          </a:xfrm>
        </p:grpSpPr>
        <p:sp>
          <p:nvSpPr>
            <p:cNvPr id="33" name="Freeform 18">
              <a:extLst>
                <a:ext uri="{FF2B5EF4-FFF2-40B4-BE49-F238E27FC236}">
                  <a16:creationId xmlns:a16="http://schemas.microsoft.com/office/drawing/2014/main" id="{99665D46-EAEC-3B19-364D-EAF2C794E047}"/>
                </a:ext>
              </a:extLst>
            </p:cNvPr>
            <p:cNvSpPr/>
            <p:nvPr/>
          </p:nvSpPr>
          <p:spPr>
            <a:xfrm rot="5400000">
              <a:off x="-9574" y="9574"/>
              <a:ext cx="957395" cy="938247"/>
            </a:xfrm>
            <a:custGeom>
              <a:avLst/>
              <a:gdLst/>
              <a:ahLst/>
              <a:cxnLst/>
              <a:rect l="l" t="t" r="r" b="b"/>
              <a:pathLst>
                <a:path w="957395" h="938247">
                  <a:moveTo>
                    <a:pt x="0" y="0"/>
                  </a:moveTo>
                  <a:lnTo>
                    <a:pt x="957395" y="0"/>
                  </a:lnTo>
                  <a:lnTo>
                    <a:pt x="957395" y="938247"/>
                  </a:lnTo>
                  <a:lnTo>
                    <a:pt x="0" y="93824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dirty="0">
                <a:latin typeface="Figtree" pitchFamily="2" charset="0"/>
              </a:endParaRPr>
            </a:p>
          </p:txBody>
        </p:sp>
        <p:sp>
          <p:nvSpPr>
            <p:cNvPr id="34" name="TextBox 19">
              <a:extLst>
                <a:ext uri="{FF2B5EF4-FFF2-40B4-BE49-F238E27FC236}">
                  <a16:creationId xmlns:a16="http://schemas.microsoft.com/office/drawing/2014/main" id="{7594D85C-4B76-67FC-E96A-F621EDF16EB3}"/>
                </a:ext>
              </a:extLst>
            </p:cNvPr>
            <p:cNvSpPr txBox="1"/>
            <p:nvPr/>
          </p:nvSpPr>
          <p:spPr>
            <a:xfrm>
              <a:off x="102873" y="155879"/>
              <a:ext cx="697306" cy="693262"/>
            </a:xfrm>
            <a:prstGeom prst="rect">
              <a:avLst/>
            </a:prstGeom>
          </p:spPr>
          <p:txBody>
            <a:bodyPr lIns="0" tIns="0" rIns="0" bIns="0" rtlCol="0" anchor="t">
              <a:spAutoFit/>
            </a:bodyPr>
            <a:lstStyle/>
            <a:p>
              <a:pPr algn="ctr">
                <a:lnSpc>
                  <a:spcPts val="3882"/>
                </a:lnSpc>
              </a:pPr>
              <a:endParaRPr lang="en-US" sz="3662" b="1" dirty="0">
                <a:solidFill>
                  <a:srgbClr val="CBF4DF"/>
                </a:solidFill>
                <a:latin typeface="Figtree" pitchFamily="2" charset="0"/>
                <a:ea typeface="Figtree 2 Bold"/>
                <a:cs typeface="Figtree 2 Bold"/>
                <a:sym typeface="Figtree 2 Bold"/>
              </a:endParaRPr>
            </a:p>
          </p:txBody>
        </p:sp>
      </p:grpSp>
      <p:sp>
        <p:nvSpPr>
          <p:cNvPr id="20" name="Freeform 3">
            <a:extLst>
              <a:ext uri="{FF2B5EF4-FFF2-40B4-BE49-F238E27FC236}">
                <a16:creationId xmlns:a16="http://schemas.microsoft.com/office/drawing/2014/main" id="{6D3CDF0E-52E1-7129-3699-E6249765C308}"/>
              </a:ext>
            </a:extLst>
          </p:cNvPr>
          <p:cNvSpPr/>
          <p:nvPr/>
        </p:nvSpPr>
        <p:spPr>
          <a:xfrm>
            <a:off x="5594387" y="2232288"/>
            <a:ext cx="1353975" cy="1291723"/>
          </a:xfrm>
          <a:custGeom>
            <a:avLst/>
            <a:gdLst/>
            <a:ahLst/>
            <a:cxnLst/>
            <a:rect l="l" t="t" r="r" b="b"/>
            <a:pathLst>
              <a:path w="1353975" h="1291723">
                <a:moveTo>
                  <a:pt x="0" y="0"/>
                </a:moveTo>
                <a:lnTo>
                  <a:pt x="1353975" y="0"/>
                </a:lnTo>
                <a:lnTo>
                  <a:pt x="1353975" y="1291724"/>
                </a:lnTo>
                <a:lnTo>
                  <a:pt x="0" y="1291724"/>
                </a:lnTo>
                <a:lnTo>
                  <a:pt x="0" y="0"/>
                </a:lnTo>
                <a:close/>
              </a:path>
            </a:pathLst>
          </a:custGeom>
          <a:blipFill>
            <a:blip r:embed="rId5"/>
            <a:stretch>
              <a:fillRect l="-21418" t="-16791" r="-25096" b="-36784"/>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Figtree" pitchFamily="2" charset="0"/>
              <a:ea typeface="+mn-ea"/>
              <a:cs typeface="+mn-cs"/>
            </a:endParaRPr>
          </a:p>
        </p:txBody>
      </p:sp>
      <p:sp>
        <p:nvSpPr>
          <p:cNvPr id="21" name="Freeform 4">
            <a:extLst>
              <a:ext uri="{FF2B5EF4-FFF2-40B4-BE49-F238E27FC236}">
                <a16:creationId xmlns:a16="http://schemas.microsoft.com/office/drawing/2014/main" id="{7BF4CBBF-4FA0-5900-B236-A1914C5CEF9B}"/>
              </a:ext>
            </a:extLst>
          </p:cNvPr>
          <p:cNvSpPr/>
          <p:nvPr/>
        </p:nvSpPr>
        <p:spPr>
          <a:xfrm>
            <a:off x="7359369" y="7626239"/>
            <a:ext cx="1378215" cy="1684485"/>
          </a:xfrm>
          <a:custGeom>
            <a:avLst/>
            <a:gdLst/>
            <a:ahLst/>
            <a:cxnLst/>
            <a:rect l="l" t="t" r="r" b="b"/>
            <a:pathLst>
              <a:path w="1378215" h="1684485">
                <a:moveTo>
                  <a:pt x="0" y="0"/>
                </a:moveTo>
                <a:lnTo>
                  <a:pt x="1378215" y="0"/>
                </a:lnTo>
                <a:lnTo>
                  <a:pt x="1378215" y="1684485"/>
                </a:lnTo>
                <a:lnTo>
                  <a:pt x="0" y="1684485"/>
                </a:lnTo>
                <a:lnTo>
                  <a:pt x="0" y="0"/>
                </a:lnTo>
                <a:close/>
              </a:path>
            </a:pathLst>
          </a:custGeom>
          <a:blipFill>
            <a:blip r:embed="rId6"/>
            <a:stretch>
              <a:fillRect l="-38480" t="-14579" r="-28312" b="-21887"/>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Figtree" pitchFamily="2" charset="0"/>
              <a:ea typeface="+mn-ea"/>
              <a:cs typeface="+mn-cs"/>
            </a:endParaRPr>
          </a:p>
        </p:txBody>
      </p:sp>
      <p:sp>
        <p:nvSpPr>
          <p:cNvPr id="22" name="Freeform 5">
            <a:extLst>
              <a:ext uri="{FF2B5EF4-FFF2-40B4-BE49-F238E27FC236}">
                <a16:creationId xmlns:a16="http://schemas.microsoft.com/office/drawing/2014/main" id="{50BB06D8-FA50-ECFB-D1D2-D2152371C668}"/>
              </a:ext>
            </a:extLst>
          </p:cNvPr>
          <p:cNvSpPr/>
          <p:nvPr/>
        </p:nvSpPr>
        <p:spPr>
          <a:xfrm>
            <a:off x="2612777" y="4318375"/>
            <a:ext cx="1460982" cy="1645770"/>
          </a:xfrm>
          <a:custGeom>
            <a:avLst/>
            <a:gdLst/>
            <a:ahLst/>
            <a:cxnLst/>
            <a:rect l="l" t="t" r="r" b="b"/>
            <a:pathLst>
              <a:path w="1460982" h="1645770">
                <a:moveTo>
                  <a:pt x="0" y="0"/>
                </a:moveTo>
                <a:lnTo>
                  <a:pt x="1460982" y="0"/>
                </a:lnTo>
                <a:lnTo>
                  <a:pt x="1460982" y="1645769"/>
                </a:lnTo>
                <a:lnTo>
                  <a:pt x="0" y="1645769"/>
                </a:lnTo>
                <a:lnTo>
                  <a:pt x="0" y="0"/>
                </a:lnTo>
                <a:close/>
              </a:path>
            </a:pathLst>
          </a:custGeom>
          <a:blipFill>
            <a:blip r:embed="rId7"/>
            <a:stretch>
              <a:fillRect l="-28709" t="-8048" r="-32740" b="-35273"/>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Figtree" pitchFamily="2" charset="0"/>
              <a:ea typeface="+mn-ea"/>
              <a:cs typeface="+mn-cs"/>
            </a:endParaRPr>
          </a:p>
        </p:txBody>
      </p:sp>
      <p:sp>
        <p:nvSpPr>
          <p:cNvPr id="24" name="Freeform 6">
            <a:extLst>
              <a:ext uri="{FF2B5EF4-FFF2-40B4-BE49-F238E27FC236}">
                <a16:creationId xmlns:a16="http://schemas.microsoft.com/office/drawing/2014/main" id="{D94C21D2-5489-9DC7-E95C-7B9A88B9D18A}"/>
              </a:ext>
            </a:extLst>
          </p:cNvPr>
          <p:cNvSpPr/>
          <p:nvPr/>
        </p:nvSpPr>
        <p:spPr>
          <a:xfrm>
            <a:off x="3653109" y="7723238"/>
            <a:ext cx="1557231" cy="1488931"/>
          </a:xfrm>
          <a:custGeom>
            <a:avLst/>
            <a:gdLst/>
            <a:ahLst/>
            <a:cxnLst/>
            <a:rect l="l" t="t" r="r" b="b"/>
            <a:pathLst>
              <a:path w="1557231" h="1488931">
                <a:moveTo>
                  <a:pt x="0" y="0"/>
                </a:moveTo>
                <a:lnTo>
                  <a:pt x="1557231" y="0"/>
                </a:lnTo>
                <a:lnTo>
                  <a:pt x="1557231" y="1488931"/>
                </a:lnTo>
                <a:lnTo>
                  <a:pt x="0" y="1488931"/>
                </a:lnTo>
                <a:lnTo>
                  <a:pt x="0" y="0"/>
                </a:lnTo>
                <a:close/>
              </a:path>
            </a:pathLst>
          </a:custGeom>
          <a:blipFill>
            <a:blip r:embed="rId8"/>
            <a:stretch>
              <a:fillRect l="-18218" t="-21751" r="-20215" b="-23032"/>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Figtree" pitchFamily="2" charset="0"/>
              <a:ea typeface="+mn-ea"/>
              <a:cs typeface="+mn-cs"/>
            </a:endParaRPr>
          </a:p>
        </p:txBody>
      </p:sp>
      <p:sp>
        <p:nvSpPr>
          <p:cNvPr id="25" name="Freeform 7">
            <a:extLst>
              <a:ext uri="{FF2B5EF4-FFF2-40B4-BE49-F238E27FC236}">
                <a16:creationId xmlns:a16="http://schemas.microsoft.com/office/drawing/2014/main" id="{97C75199-9C39-FCFB-6C09-ADF518F40EDE}"/>
              </a:ext>
            </a:extLst>
          </p:cNvPr>
          <p:cNvSpPr/>
          <p:nvPr/>
        </p:nvSpPr>
        <p:spPr>
          <a:xfrm>
            <a:off x="8389166" y="4373796"/>
            <a:ext cx="1652245" cy="1510116"/>
          </a:xfrm>
          <a:custGeom>
            <a:avLst/>
            <a:gdLst/>
            <a:ahLst/>
            <a:cxnLst/>
            <a:rect l="l" t="t" r="r" b="b"/>
            <a:pathLst>
              <a:path w="1652245" h="1510116">
                <a:moveTo>
                  <a:pt x="0" y="0"/>
                </a:moveTo>
                <a:lnTo>
                  <a:pt x="1652245" y="0"/>
                </a:lnTo>
                <a:lnTo>
                  <a:pt x="1652245" y="1510116"/>
                </a:lnTo>
                <a:lnTo>
                  <a:pt x="0" y="1510116"/>
                </a:lnTo>
                <a:lnTo>
                  <a:pt x="0" y="0"/>
                </a:lnTo>
                <a:close/>
              </a:path>
            </a:pathLst>
          </a:custGeom>
          <a:blipFill>
            <a:blip r:embed="rId9"/>
            <a:stretch>
              <a:fillRect l="-19727" t="-17917" r="-21182" b="-36254"/>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Figtree" pitchFamily="2" charset="0"/>
              <a:ea typeface="+mn-ea"/>
              <a:cs typeface="+mn-cs"/>
            </a:endParaRPr>
          </a:p>
        </p:txBody>
      </p:sp>
      <p:sp>
        <p:nvSpPr>
          <p:cNvPr id="37" name="TextBox 9">
            <a:extLst>
              <a:ext uri="{FF2B5EF4-FFF2-40B4-BE49-F238E27FC236}">
                <a16:creationId xmlns:a16="http://schemas.microsoft.com/office/drawing/2014/main" id="{3BFF1DD4-EA19-B475-A012-C0FCD6B7225C}"/>
              </a:ext>
            </a:extLst>
          </p:cNvPr>
          <p:cNvSpPr txBox="1"/>
          <p:nvPr/>
        </p:nvSpPr>
        <p:spPr>
          <a:xfrm>
            <a:off x="4740822" y="3562112"/>
            <a:ext cx="3042054" cy="500137"/>
          </a:xfrm>
          <a:prstGeom prst="rect">
            <a:avLst/>
          </a:prstGeom>
        </p:spPr>
        <p:txBody>
          <a:bodyPr lIns="0" tIns="0" rIns="0" bIns="0" rtlCol="0" anchor="t">
            <a:spAutoFit/>
          </a:bodyPr>
          <a:lstStyle/>
          <a:p>
            <a:pPr marL="0" marR="0" lvl="0" indent="0" algn="ctr" defTabSz="914400" rtl="0" eaLnBrk="1" fontAlgn="auto" latinLnBrk="0" hangingPunct="1">
              <a:lnSpc>
                <a:spcPts val="4200"/>
              </a:lnSpc>
              <a:spcBef>
                <a:spcPct val="0"/>
              </a:spcBef>
              <a:spcAft>
                <a:spcPts val="0"/>
              </a:spcAft>
              <a:buClrTx/>
              <a:buSzTx/>
              <a:buFontTx/>
              <a:buNone/>
              <a:tabLst/>
              <a:defRPr/>
            </a:pPr>
            <a:r>
              <a:rPr kumimoji="0" lang="en-US" sz="3000" b="0" i="0" u="none" strike="noStrike" kern="1200" cap="none" spc="0" normalizeH="0" baseline="0" noProof="0" dirty="0" err="1">
                <a:ln>
                  <a:noFill/>
                </a:ln>
                <a:solidFill>
                  <a:srgbClr val="FF6D3A"/>
                </a:solidFill>
                <a:effectLst/>
                <a:uLnTx/>
                <a:uFillTx/>
                <a:latin typeface="Figtree" pitchFamily="2" charset="0"/>
                <a:ea typeface="Figtree 2"/>
                <a:cs typeface="Figtree 2"/>
                <a:sym typeface="Figtree 2"/>
              </a:rPr>
              <a:t>Empathise</a:t>
            </a:r>
            <a:endParaRPr kumimoji="0" lang="en-US" sz="3000" b="0" i="0" u="none" strike="noStrike" kern="1200" cap="none" spc="0" normalizeH="0" baseline="0" noProof="0" dirty="0">
              <a:ln>
                <a:noFill/>
              </a:ln>
              <a:solidFill>
                <a:srgbClr val="FF6D3A"/>
              </a:solidFill>
              <a:effectLst/>
              <a:uLnTx/>
              <a:uFillTx/>
              <a:latin typeface="Figtree" pitchFamily="2" charset="0"/>
              <a:ea typeface="Figtree 2"/>
              <a:cs typeface="Figtree 2"/>
              <a:sym typeface="Figtree 2"/>
            </a:endParaRPr>
          </a:p>
        </p:txBody>
      </p:sp>
      <p:sp>
        <p:nvSpPr>
          <p:cNvPr id="38" name="TextBox 10">
            <a:extLst>
              <a:ext uri="{FF2B5EF4-FFF2-40B4-BE49-F238E27FC236}">
                <a16:creationId xmlns:a16="http://schemas.microsoft.com/office/drawing/2014/main" id="{4D0E898E-3117-59D3-3188-DF70AB40EDF5}"/>
              </a:ext>
            </a:extLst>
          </p:cNvPr>
          <p:cNvSpPr txBox="1"/>
          <p:nvPr/>
        </p:nvSpPr>
        <p:spPr>
          <a:xfrm>
            <a:off x="7687671" y="5874387"/>
            <a:ext cx="3042054" cy="500137"/>
          </a:xfrm>
          <a:prstGeom prst="rect">
            <a:avLst/>
          </a:prstGeom>
        </p:spPr>
        <p:txBody>
          <a:bodyPr lIns="0" tIns="0" rIns="0" bIns="0" rtlCol="0" anchor="t">
            <a:spAutoFit/>
          </a:bodyPr>
          <a:lstStyle/>
          <a:p>
            <a:pPr marL="0" marR="0" lvl="0" indent="0" algn="ctr" defTabSz="914400" rtl="0" eaLnBrk="1" fontAlgn="auto" latinLnBrk="0" hangingPunct="1">
              <a:lnSpc>
                <a:spcPts val="4200"/>
              </a:lnSpc>
              <a:spcBef>
                <a:spcPct val="0"/>
              </a:spcBef>
              <a:spcAft>
                <a:spcPts val="0"/>
              </a:spcAft>
              <a:buClrTx/>
              <a:buSzTx/>
              <a:buFontTx/>
              <a:buNone/>
              <a:tabLst/>
              <a:defRPr/>
            </a:pPr>
            <a:r>
              <a:rPr kumimoji="0" lang="en-US" sz="3000" b="0" i="0" u="none" strike="noStrike" kern="1200" cap="none" spc="0" normalizeH="0" baseline="0" noProof="0" dirty="0">
                <a:ln>
                  <a:noFill/>
                </a:ln>
                <a:solidFill>
                  <a:srgbClr val="C0ADFF"/>
                </a:solidFill>
                <a:effectLst/>
                <a:uLnTx/>
                <a:uFillTx/>
                <a:latin typeface="Figtree" pitchFamily="2" charset="0"/>
                <a:ea typeface="Figtree 2"/>
                <a:cs typeface="Figtree 2"/>
                <a:sym typeface="Figtree 2"/>
              </a:rPr>
              <a:t>Define</a:t>
            </a:r>
          </a:p>
        </p:txBody>
      </p:sp>
      <p:sp>
        <p:nvSpPr>
          <p:cNvPr id="39" name="TextBox 11">
            <a:extLst>
              <a:ext uri="{FF2B5EF4-FFF2-40B4-BE49-F238E27FC236}">
                <a16:creationId xmlns:a16="http://schemas.microsoft.com/office/drawing/2014/main" id="{CC98EC83-4CDB-DC44-5900-CEC576848A18}"/>
              </a:ext>
            </a:extLst>
          </p:cNvPr>
          <p:cNvSpPr txBox="1"/>
          <p:nvPr/>
        </p:nvSpPr>
        <p:spPr>
          <a:xfrm>
            <a:off x="6546500" y="9301199"/>
            <a:ext cx="3042054" cy="500137"/>
          </a:xfrm>
          <a:prstGeom prst="rect">
            <a:avLst/>
          </a:prstGeom>
        </p:spPr>
        <p:txBody>
          <a:bodyPr lIns="0" tIns="0" rIns="0" bIns="0" rtlCol="0" anchor="t">
            <a:spAutoFit/>
          </a:bodyPr>
          <a:lstStyle/>
          <a:p>
            <a:pPr marL="0" marR="0" lvl="0" indent="0" algn="ctr" defTabSz="914400" rtl="0" eaLnBrk="1" fontAlgn="auto" latinLnBrk="0" hangingPunct="1">
              <a:lnSpc>
                <a:spcPts val="4200"/>
              </a:lnSpc>
              <a:spcBef>
                <a:spcPct val="0"/>
              </a:spcBef>
              <a:spcAft>
                <a:spcPts val="0"/>
              </a:spcAft>
              <a:buClrTx/>
              <a:buSzTx/>
              <a:buFontTx/>
              <a:buNone/>
              <a:tabLst/>
              <a:defRPr/>
            </a:pPr>
            <a:r>
              <a:rPr kumimoji="0" lang="en-US" sz="3000" b="0" i="0" u="none" strike="noStrike" kern="1200" cap="none" spc="0" normalizeH="0" baseline="0" noProof="0" dirty="0">
                <a:ln>
                  <a:noFill/>
                </a:ln>
                <a:solidFill>
                  <a:srgbClr val="4C34E5"/>
                </a:solidFill>
                <a:effectLst/>
                <a:uLnTx/>
                <a:uFillTx/>
                <a:latin typeface="Figtree" pitchFamily="2" charset="0"/>
                <a:ea typeface="Figtree 2"/>
                <a:cs typeface="Figtree 2"/>
                <a:sym typeface="Figtree 2"/>
              </a:rPr>
              <a:t>Ideate</a:t>
            </a:r>
          </a:p>
        </p:txBody>
      </p:sp>
      <p:sp>
        <p:nvSpPr>
          <p:cNvPr id="40" name="TextBox 12">
            <a:extLst>
              <a:ext uri="{FF2B5EF4-FFF2-40B4-BE49-F238E27FC236}">
                <a16:creationId xmlns:a16="http://schemas.microsoft.com/office/drawing/2014/main" id="{9302DAEB-67E8-2538-018B-4217561244B3}"/>
              </a:ext>
            </a:extLst>
          </p:cNvPr>
          <p:cNvSpPr txBox="1"/>
          <p:nvPr/>
        </p:nvSpPr>
        <p:spPr>
          <a:xfrm>
            <a:off x="2883772" y="9202644"/>
            <a:ext cx="3042054" cy="500137"/>
          </a:xfrm>
          <a:prstGeom prst="rect">
            <a:avLst/>
          </a:prstGeom>
        </p:spPr>
        <p:txBody>
          <a:bodyPr lIns="0" tIns="0" rIns="0" bIns="0" rtlCol="0" anchor="t">
            <a:spAutoFit/>
          </a:bodyPr>
          <a:lstStyle/>
          <a:p>
            <a:pPr marL="0" marR="0" lvl="0" indent="0" algn="ctr" defTabSz="914400" rtl="0" eaLnBrk="1" fontAlgn="auto" latinLnBrk="0" hangingPunct="1">
              <a:lnSpc>
                <a:spcPts val="4200"/>
              </a:lnSpc>
              <a:spcBef>
                <a:spcPct val="0"/>
              </a:spcBef>
              <a:spcAft>
                <a:spcPts val="0"/>
              </a:spcAft>
              <a:buClrTx/>
              <a:buSzTx/>
              <a:buFontTx/>
              <a:buNone/>
              <a:tabLst/>
              <a:defRPr/>
            </a:pPr>
            <a:r>
              <a:rPr kumimoji="0" lang="en-US" sz="3000" b="0" i="0" u="none" strike="noStrike" kern="1200" cap="none" spc="0" normalizeH="0" baseline="0" noProof="0" dirty="0">
                <a:ln>
                  <a:noFill/>
                </a:ln>
                <a:solidFill>
                  <a:srgbClr val="00BC74"/>
                </a:solidFill>
                <a:effectLst/>
                <a:uLnTx/>
                <a:uFillTx/>
                <a:latin typeface="Figtree" pitchFamily="2" charset="0"/>
                <a:ea typeface="Figtree 2"/>
                <a:cs typeface="Figtree 2"/>
                <a:sym typeface="Figtree 2"/>
              </a:rPr>
              <a:t>Prototype</a:t>
            </a:r>
          </a:p>
        </p:txBody>
      </p:sp>
      <p:sp>
        <p:nvSpPr>
          <p:cNvPr id="41" name="TextBox 13">
            <a:extLst>
              <a:ext uri="{FF2B5EF4-FFF2-40B4-BE49-F238E27FC236}">
                <a16:creationId xmlns:a16="http://schemas.microsoft.com/office/drawing/2014/main" id="{FCCB9B16-C449-21C3-31F2-EBA9F2E3B6B5}"/>
              </a:ext>
            </a:extLst>
          </p:cNvPr>
          <p:cNvSpPr txBox="1"/>
          <p:nvPr/>
        </p:nvSpPr>
        <p:spPr>
          <a:xfrm>
            <a:off x="1794019" y="5954619"/>
            <a:ext cx="3042054" cy="500137"/>
          </a:xfrm>
          <a:prstGeom prst="rect">
            <a:avLst/>
          </a:prstGeom>
        </p:spPr>
        <p:txBody>
          <a:bodyPr lIns="0" tIns="0" rIns="0" bIns="0" rtlCol="0" anchor="t">
            <a:spAutoFit/>
          </a:bodyPr>
          <a:lstStyle/>
          <a:p>
            <a:pPr marL="0" marR="0" lvl="0" indent="0" algn="ctr" defTabSz="914400" rtl="0" eaLnBrk="1" fontAlgn="auto" latinLnBrk="0" hangingPunct="1">
              <a:lnSpc>
                <a:spcPts val="4200"/>
              </a:lnSpc>
              <a:spcBef>
                <a:spcPct val="0"/>
              </a:spcBef>
              <a:spcAft>
                <a:spcPts val="0"/>
              </a:spcAft>
              <a:buClrTx/>
              <a:buSzTx/>
              <a:buFontTx/>
              <a:buNone/>
              <a:tabLst/>
              <a:defRPr/>
            </a:pPr>
            <a:r>
              <a:rPr kumimoji="0" lang="en-US" sz="3000" b="0" i="0" u="none" strike="noStrike" kern="1200" cap="none" spc="0" normalizeH="0" baseline="0" noProof="0" dirty="0">
                <a:ln>
                  <a:noFill/>
                </a:ln>
                <a:solidFill>
                  <a:srgbClr val="FFCD1D"/>
                </a:solidFill>
                <a:effectLst/>
                <a:uLnTx/>
                <a:uFillTx/>
                <a:latin typeface="Figtree" pitchFamily="2" charset="0"/>
                <a:ea typeface="Figtree 2"/>
                <a:cs typeface="Figtree 2"/>
                <a:sym typeface="Figtree 2"/>
              </a:rPr>
              <a:t>Test</a:t>
            </a:r>
          </a:p>
        </p:txBody>
      </p:sp>
      <p:sp>
        <p:nvSpPr>
          <p:cNvPr id="42" name="TextBox 14">
            <a:extLst>
              <a:ext uri="{FF2B5EF4-FFF2-40B4-BE49-F238E27FC236}">
                <a16:creationId xmlns:a16="http://schemas.microsoft.com/office/drawing/2014/main" id="{2214F48D-8279-9725-967B-FA79BDF70C64}"/>
              </a:ext>
            </a:extLst>
          </p:cNvPr>
          <p:cNvSpPr txBox="1"/>
          <p:nvPr/>
        </p:nvSpPr>
        <p:spPr>
          <a:xfrm>
            <a:off x="460339" y="3050704"/>
            <a:ext cx="3669842" cy="914400"/>
          </a:xfrm>
          <a:prstGeom prst="rect">
            <a:avLst/>
          </a:prstGeom>
        </p:spPr>
        <p:txBody>
          <a:bodyPr lIns="0" tIns="0" rIns="0" bIns="0" rtlCol="0" anchor="t">
            <a:spAutoFit/>
          </a:bodyPr>
          <a:lstStyle/>
          <a:p>
            <a:pPr marL="0" marR="0" lvl="0" indent="0" algn="ctr" defTabSz="914400" rtl="0" eaLnBrk="1" fontAlgn="auto" latinLnBrk="0" hangingPunct="1">
              <a:lnSpc>
                <a:spcPts val="3749"/>
              </a:lnSpc>
              <a:spcBef>
                <a:spcPts val="0"/>
              </a:spcBef>
              <a:spcAft>
                <a:spcPts val="0"/>
              </a:spcAft>
              <a:buClrTx/>
              <a:buSzTx/>
              <a:buFontTx/>
              <a:buNone/>
              <a:tabLst/>
              <a:defRPr/>
            </a:pPr>
            <a:r>
              <a:rPr kumimoji="0" lang="en-US" sz="2499" b="0" i="0" u="none" strike="noStrike" kern="1200" cap="none" spc="0" normalizeH="0" baseline="0" noProof="0" dirty="0">
                <a:ln>
                  <a:noFill/>
                </a:ln>
                <a:solidFill>
                  <a:srgbClr val="272A24"/>
                </a:solidFill>
                <a:effectLst/>
                <a:uLnTx/>
                <a:uFillTx/>
                <a:latin typeface="Figtree" pitchFamily="2" charset="0"/>
                <a:ea typeface="Figtree 1"/>
                <a:cs typeface="Figtree 1"/>
                <a:sym typeface="Figtree 1"/>
              </a:rPr>
              <a:t>Complete the challenges set by your client.</a:t>
            </a:r>
          </a:p>
        </p:txBody>
      </p:sp>
      <p:sp>
        <p:nvSpPr>
          <p:cNvPr id="43" name="TextBox 15">
            <a:extLst>
              <a:ext uri="{FF2B5EF4-FFF2-40B4-BE49-F238E27FC236}">
                <a16:creationId xmlns:a16="http://schemas.microsoft.com/office/drawing/2014/main" id="{D3FC5C68-AA88-87B6-74DD-58AE0C1D6598}"/>
              </a:ext>
            </a:extLst>
          </p:cNvPr>
          <p:cNvSpPr txBox="1"/>
          <p:nvPr/>
        </p:nvSpPr>
        <p:spPr>
          <a:xfrm>
            <a:off x="9588554" y="7986615"/>
            <a:ext cx="2708608" cy="2333972"/>
          </a:xfrm>
          <a:prstGeom prst="rect">
            <a:avLst/>
          </a:prstGeom>
        </p:spPr>
        <p:txBody>
          <a:bodyPr wrap="square" lIns="0" tIns="0" rIns="0" bIns="0" rtlCol="0" anchor="t">
            <a:spAutoFit/>
          </a:bodyPr>
          <a:lstStyle/>
          <a:p>
            <a:pPr marL="0" marR="0" lvl="0" indent="0" algn="ctr" defTabSz="914400" rtl="0" eaLnBrk="1" fontAlgn="auto" latinLnBrk="0" hangingPunct="1">
              <a:lnSpc>
                <a:spcPts val="3749"/>
              </a:lnSpc>
              <a:spcBef>
                <a:spcPts val="0"/>
              </a:spcBef>
              <a:spcAft>
                <a:spcPts val="0"/>
              </a:spcAft>
              <a:buClrTx/>
              <a:buSzTx/>
              <a:buFontTx/>
              <a:buNone/>
              <a:tabLst/>
              <a:defRPr/>
            </a:pPr>
            <a:r>
              <a:rPr kumimoji="0" lang="en-US" sz="2499" b="0" i="0" u="none" strike="noStrike" kern="1200" cap="none" spc="0" normalizeH="0" baseline="0" noProof="0" dirty="0">
                <a:ln>
                  <a:noFill/>
                </a:ln>
                <a:solidFill>
                  <a:srgbClr val="272A24"/>
                </a:solidFill>
                <a:effectLst/>
                <a:uLnTx/>
                <a:uFillTx/>
                <a:latin typeface="Figtree" pitchFamily="2" charset="0"/>
                <a:ea typeface="Figtree 1"/>
                <a:cs typeface="Figtree 1"/>
                <a:sym typeface="Figtree 1"/>
              </a:rPr>
              <a:t>Draw inspiration from nature and the human body to generate new ideas.</a:t>
            </a:r>
          </a:p>
        </p:txBody>
      </p:sp>
      <p:sp>
        <p:nvSpPr>
          <p:cNvPr id="44" name="TextBox 16">
            <a:extLst>
              <a:ext uri="{FF2B5EF4-FFF2-40B4-BE49-F238E27FC236}">
                <a16:creationId xmlns:a16="http://schemas.microsoft.com/office/drawing/2014/main" id="{09C00A6B-6307-A7F1-ED9E-5AF817085717}"/>
              </a:ext>
            </a:extLst>
          </p:cNvPr>
          <p:cNvSpPr txBox="1"/>
          <p:nvPr/>
        </p:nvSpPr>
        <p:spPr>
          <a:xfrm>
            <a:off x="6727293" y="1550616"/>
            <a:ext cx="3229475" cy="910506"/>
          </a:xfrm>
          <a:prstGeom prst="rect">
            <a:avLst/>
          </a:prstGeom>
        </p:spPr>
        <p:txBody>
          <a:bodyPr lIns="0" tIns="0" rIns="0" bIns="0" rtlCol="0" anchor="t">
            <a:spAutoFit/>
          </a:bodyPr>
          <a:lstStyle/>
          <a:p>
            <a:pPr marL="0" marR="0" lvl="0" indent="0" algn="ctr" defTabSz="914400" rtl="0" eaLnBrk="1" fontAlgn="auto" latinLnBrk="0" hangingPunct="1">
              <a:lnSpc>
                <a:spcPts val="3749"/>
              </a:lnSpc>
              <a:spcBef>
                <a:spcPts val="0"/>
              </a:spcBef>
              <a:spcAft>
                <a:spcPts val="0"/>
              </a:spcAft>
              <a:buClrTx/>
              <a:buSzTx/>
              <a:buFontTx/>
              <a:buNone/>
              <a:tabLst/>
              <a:defRPr/>
            </a:pPr>
            <a:r>
              <a:rPr kumimoji="0" lang="en-US" sz="2499" i="0" u="none" strike="noStrike" kern="1200" cap="none" spc="0" normalizeH="0" baseline="0" noProof="0" dirty="0">
                <a:ln>
                  <a:noFill/>
                </a:ln>
                <a:solidFill>
                  <a:srgbClr val="272A24"/>
                </a:solidFill>
                <a:effectLst/>
                <a:uLnTx/>
                <a:uFillTx/>
                <a:latin typeface="Figtree" pitchFamily="2" charset="0"/>
                <a:ea typeface="Figtree 1 Bold"/>
                <a:cs typeface="Figtree 1 Bold"/>
                <a:sym typeface="Figtree 1 Bold"/>
              </a:rPr>
              <a:t>What are the needs of your client?</a:t>
            </a:r>
          </a:p>
        </p:txBody>
      </p:sp>
      <p:sp>
        <p:nvSpPr>
          <p:cNvPr id="45" name="TextBox 17">
            <a:extLst>
              <a:ext uri="{FF2B5EF4-FFF2-40B4-BE49-F238E27FC236}">
                <a16:creationId xmlns:a16="http://schemas.microsoft.com/office/drawing/2014/main" id="{22092FF6-D2B1-98A0-CA95-DC26CE1A0609}"/>
              </a:ext>
            </a:extLst>
          </p:cNvPr>
          <p:cNvSpPr txBox="1"/>
          <p:nvPr/>
        </p:nvSpPr>
        <p:spPr>
          <a:xfrm>
            <a:off x="9855157" y="3617235"/>
            <a:ext cx="2508050" cy="914400"/>
          </a:xfrm>
          <a:prstGeom prst="rect">
            <a:avLst/>
          </a:prstGeom>
        </p:spPr>
        <p:txBody>
          <a:bodyPr wrap="square" lIns="0" tIns="0" rIns="0" bIns="0" rtlCol="0" anchor="t">
            <a:spAutoFit/>
          </a:bodyPr>
          <a:lstStyle/>
          <a:p>
            <a:pPr marL="0" marR="0" lvl="0" indent="0" algn="ctr" defTabSz="914400" rtl="0" eaLnBrk="1" fontAlgn="auto" latinLnBrk="0" hangingPunct="1">
              <a:lnSpc>
                <a:spcPts val="3749"/>
              </a:lnSpc>
              <a:spcBef>
                <a:spcPts val="0"/>
              </a:spcBef>
              <a:spcAft>
                <a:spcPts val="0"/>
              </a:spcAft>
              <a:buClrTx/>
              <a:buSzTx/>
              <a:buFontTx/>
              <a:buNone/>
              <a:tabLst/>
              <a:defRPr/>
            </a:pPr>
            <a:r>
              <a:rPr kumimoji="0" lang="en-US" sz="2499" b="0" i="0" u="none" strike="noStrike" kern="1200" cap="none" spc="0" normalizeH="0" baseline="0" noProof="0" dirty="0">
                <a:ln>
                  <a:noFill/>
                </a:ln>
                <a:solidFill>
                  <a:srgbClr val="272A24"/>
                </a:solidFill>
                <a:effectLst/>
                <a:uLnTx/>
                <a:uFillTx/>
                <a:latin typeface="Figtree" pitchFamily="2" charset="0"/>
                <a:ea typeface="Figtree 1"/>
                <a:cs typeface="Figtree 1"/>
                <a:sym typeface="Figtree 1"/>
              </a:rPr>
              <a:t>What could be improved?</a:t>
            </a:r>
          </a:p>
        </p:txBody>
      </p:sp>
      <p:sp>
        <p:nvSpPr>
          <p:cNvPr id="46" name="TextBox 18">
            <a:extLst>
              <a:ext uri="{FF2B5EF4-FFF2-40B4-BE49-F238E27FC236}">
                <a16:creationId xmlns:a16="http://schemas.microsoft.com/office/drawing/2014/main" id="{31ECC0EE-8146-704F-EC42-341974F93B29}"/>
              </a:ext>
            </a:extLst>
          </p:cNvPr>
          <p:cNvSpPr txBox="1"/>
          <p:nvPr/>
        </p:nvSpPr>
        <p:spPr>
          <a:xfrm>
            <a:off x="-950281" y="8983569"/>
            <a:ext cx="4808156" cy="447675"/>
          </a:xfrm>
          <a:prstGeom prst="rect">
            <a:avLst/>
          </a:prstGeom>
        </p:spPr>
        <p:txBody>
          <a:bodyPr lIns="0" tIns="0" rIns="0" bIns="0" rtlCol="0" anchor="t">
            <a:spAutoFit/>
          </a:bodyPr>
          <a:lstStyle/>
          <a:p>
            <a:pPr marL="0" marR="0" lvl="0" indent="0" algn="ctr" defTabSz="914400" rtl="0" eaLnBrk="1" fontAlgn="auto" latinLnBrk="0" hangingPunct="1">
              <a:lnSpc>
                <a:spcPts val="3749"/>
              </a:lnSpc>
              <a:spcBef>
                <a:spcPts val="0"/>
              </a:spcBef>
              <a:spcAft>
                <a:spcPts val="0"/>
              </a:spcAft>
              <a:buClrTx/>
              <a:buSzTx/>
              <a:buFontTx/>
              <a:buNone/>
              <a:tabLst/>
              <a:defRPr/>
            </a:pPr>
            <a:r>
              <a:rPr kumimoji="0" lang="en-US" sz="2499" b="0" i="0" u="none" strike="noStrike" kern="1200" cap="none" spc="0" normalizeH="0" baseline="0" noProof="0" dirty="0">
                <a:ln>
                  <a:noFill/>
                </a:ln>
                <a:solidFill>
                  <a:srgbClr val="272A24"/>
                </a:solidFill>
                <a:effectLst/>
                <a:uLnTx/>
                <a:uFillTx/>
                <a:latin typeface="Figtree" pitchFamily="2" charset="0"/>
                <a:ea typeface="Figtree 1"/>
                <a:cs typeface="Figtree 1"/>
                <a:sym typeface="Figtree 1"/>
              </a:rPr>
              <a:t>Update your tool.</a:t>
            </a:r>
          </a:p>
        </p:txBody>
      </p:sp>
      <p:sp>
        <p:nvSpPr>
          <p:cNvPr id="2" name="TextBox 14">
            <a:extLst>
              <a:ext uri="{FF2B5EF4-FFF2-40B4-BE49-F238E27FC236}">
                <a16:creationId xmlns:a16="http://schemas.microsoft.com/office/drawing/2014/main" id="{D02FBCC9-05CD-CC3B-EB23-D8A32ABC55C4}"/>
              </a:ext>
            </a:extLst>
          </p:cNvPr>
          <p:cNvSpPr txBox="1"/>
          <p:nvPr/>
        </p:nvSpPr>
        <p:spPr>
          <a:xfrm>
            <a:off x="13253324" y="999429"/>
            <a:ext cx="4504374" cy="1859483"/>
          </a:xfrm>
          <a:prstGeom prst="rect">
            <a:avLst/>
          </a:prstGeom>
        </p:spPr>
        <p:txBody>
          <a:bodyPr wrap="square" lIns="0" tIns="0" rIns="0" bIns="0" rtlCol="0" anchor="t">
            <a:spAutoFit/>
          </a:bodyPr>
          <a:lstStyle/>
          <a:p>
            <a:pPr marL="0" marR="0" lvl="0" indent="0" defTabSz="914400" rtl="0" eaLnBrk="1" fontAlgn="auto" latinLnBrk="0" hangingPunct="1">
              <a:lnSpc>
                <a:spcPts val="3749"/>
              </a:lnSpc>
              <a:spcBef>
                <a:spcPts val="0"/>
              </a:spcBef>
              <a:spcAft>
                <a:spcPts val="0"/>
              </a:spcAft>
              <a:buClrTx/>
              <a:buSzTx/>
              <a:buFontTx/>
              <a:buNone/>
              <a:tabLst/>
              <a:defRPr/>
            </a:pPr>
            <a:r>
              <a:rPr kumimoji="0" lang="en-US" sz="2499" b="0" i="0" u="none" strike="noStrike" kern="1200" cap="none" spc="0" normalizeH="0" baseline="0" noProof="0" dirty="0">
                <a:ln>
                  <a:noFill/>
                </a:ln>
                <a:solidFill>
                  <a:srgbClr val="272A24"/>
                </a:solidFill>
                <a:effectLst/>
                <a:uLnTx/>
                <a:uFillTx/>
                <a:latin typeface="Figtree" pitchFamily="2" charset="0"/>
                <a:ea typeface="Figtree 2"/>
                <a:cs typeface="Figtree 2"/>
                <a:sym typeface="Figtree 2"/>
              </a:rPr>
              <a:t>Draw inspiration and ideas before each cycle from either:</a:t>
            </a:r>
          </a:p>
          <a:p>
            <a:pPr marL="0" marR="0" lvl="0" indent="0" defTabSz="914400" rtl="0" eaLnBrk="1" fontAlgn="auto" latinLnBrk="0" hangingPunct="1">
              <a:lnSpc>
                <a:spcPts val="3749"/>
              </a:lnSpc>
              <a:spcBef>
                <a:spcPts val="0"/>
              </a:spcBef>
              <a:spcAft>
                <a:spcPts val="0"/>
              </a:spcAft>
              <a:buClrTx/>
              <a:buSzTx/>
              <a:buFontTx/>
              <a:buNone/>
              <a:tabLst/>
              <a:defRPr/>
            </a:pPr>
            <a:endParaRPr lang="en-US" sz="2499" dirty="0">
              <a:solidFill>
                <a:srgbClr val="272A24"/>
              </a:solidFill>
              <a:latin typeface="Figtree" pitchFamily="2" charset="0"/>
              <a:ea typeface="Figtree 2"/>
              <a:cs typeface="Figtree 2"/>
              <a:sym typeface="Figtree 2"/>
            </a:endParaRPr>
          </a:p>
          <a:p>
            <a:pPr marL="0" marR="0" lvl="0" indent="0" defTabSz="914400" rtl="0" eaLnBrk="1" fontAlgn="auto" latinLnBrk="0" hangingPunct="1">
              <a:lnSpc>
                <a:spcPts val="3749"/>
              </a:lnSpc>
              <a:spcBef>
                <a:spcPts val="0"/>
              </a:spcBef>
              <a:spcAft>
                <a:spcPts val="0"/>
              </a:spcAft>
              <a:buClrTx/>
              <a:buSzTx/>
              <a:buFontTx/>
              <a:buNone/>
              <a:tabLst/>
              <a:defRPr/>
            </a:pPr>
            <a:endParaRPr kumimoji="0" lang="en-US" sz="2499" b="0" i="0" u="none" strike="noStrike" kern="1200" cap="none" spc="0" normalizeH="0" baseline="0" noProof="0" dirty="0">
              <a:ln>
                <a:noFill/>
              </a:ln>
              <a:solidFill>
                <a:srgbClr val="272A24"/>
              </a:solidFill>
              <a:effectLst/>
              <a:uLnTx/>
              <a:uFillTx/>
              <a:latin typeface="Figtree" pitchFamily="2" charset="0"/>
              <a:ea typeface="Figtree 2"/>
              <a:cs typeface="Figtree 2"/>
              <a:sym typeface="Figtree 2"/>
            </a:endParaRPr>
          </a:p>
        </p:txBody>
      </p:sp>
      <p:sp>
        <p:nvSpPr>
          <p:cNvPr id="4" name="Freeform 18">
            <a:extLst>
              <a:ext uri="{FF2B5EF4-FFF2-40B4-BE49-F238E27FC236}">
                <a16:creationId xmlns:a16="http://schemas.microsoft.com/office/drawing/2014/main" id="{6BC7349D-DFEA-45A2-3964-F26D30D2C6A2}"/>
              </a:ext>
            </a:extLst>
          </p:cNvPr>
          <p:cNvSpPr/>
          <p:nvPr/>
        </p:nvSpPr>
        <p:spPr>
          <a:xfrm rot="5400000">
            <a:off x="12963175" y="6947062"/>
            <a:ext cx="718046" cy="594237"/>
          </a:xfrm>
          <a:custGeom>
            <a:avLst/>
            <a:gdLst/>
            <a:ahLst/>
            <a:cxnLst/>
            <a:rect l="l" t="t" r="r" b="b"/>
            <a:pathLst>
              <a:path w="957395" h="938247">
                <a:moveTo>
                  <a:pt x="0" y="0"/>
                </a:moveTo>
                <a:lnTo>
                  <a:pt x="957395" y="0"/>
                </a:lnTo>
                <a:lnTo>
                  <a:pt x="957395" y="938247"/>
                </a:lnTo>
                <a:lnTo>
                  <a:pt x="0" y="93824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dirty="0">
              <a:latin typeface="Figtree" pitchFamily="2" charset="0"/>
            </a:endParaRPr>
          </a:p>
        </p:txBody>
      </p:sp>
      <p:sp>
        <p:nvSpPr>
          <p:cNvPr id="3" name="Freeform 2">
            <a:extLst>
              <a:ext uri="{FF2B5EF4-FFF2-40B4-BE49-F238E27FC236}">
                <a16:creationId xmlns:a16="http://schemas.microsoft.com/office/drawing/2014/main" id="{5408427C-3B64-7989-98F5-7BB503F32283}"/>
              </a:ext>
            </a:extLst>
          </p:cNvPr>
          <p:cNvSpPr/>
          <p:nvPr/>
        </p:nvSpPr>
        <p:spPr>
          <a:xfrm>
            <a:off x="1665035" y="1504517"/>
            <a:ext cx="9307765" cy="9237957"/>
          </a:xfrm>
          <a:custGeom>
            <a:avLst/>
            <a:gdLst/>
            <a:ahLst/>
            <a:cxnLst/>
            <a:rect l="l" t="t" r="r" b="b"/>
            <a:pathLst>
              <a:path w="9307765" h="9237957">
                <a:moveTo>
                  <a:pt x="0" y="0"/>
                </a:moveTo>
                <a:lnTo>
                  <a:pt x="9307765" y="0"/>
                </a:lnTo>
                <a:lnTo>
                  <a:pt x="9307765" y="9237957"/>
                </a:lnTo>
                <a:lnTo>
                  <a:pt x="0" y="9237957"/>
                </a:lnTo>
                <a:lnTo>
                  <a:pt x="0" y="0"/>
                </a:lnTo>
                <a:close/>
              </a:path>
            </a:pathLst>
          </a:custGeom>
          <a:blipFill>
            <a:blip r:embed="rId10"/>
            <a:stretch>
              <a:fillRect/>
            </a:stretch>
          </a:blipFill>
        </p:spPr>
        <p:txBody>
          <a:bodyPr/>
          <a:lstStyle/>
          <a:p>
            <a:endParaRPr lang="en-US" sz="3000" dirty="0">
              <a:latin typeface="Figtree" pitchFamily="2"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9F6E7"/>
        </a:solidFill>
        <a:effectLst/>
      </p:bgPr>
    </p:bg>
    <p:spTree>
      <p:nvGrpSpPr>
        <p:cNvPr id="1" name=""/>
        <p:cNvGrpSpPr/>
        <p:nvPr/>
      </p:nvGrpSpPr>
      <p:grpSpPr>
        <a:xfrm>
          <a:off x="0" y="0"/>
          <a:ext cx="0" cy="0"/>
          <a:chOff x="0" y="0"/>
          <a:chExt cx="0" cy="0"/>
        </a:xfrm>
      </p:grpSpPr>
      <p:grpSp>
        <p:nvGrpSpPr>
          <p:cNvPr id="2" name="Group 2"/>
          <p:cNvGrpSpPr/>
          <p:nvPr/>
        </p:nvGrpSpPr>
        <p:grpSpPr>
          <a:xfrm>
            <a:off x="9126007" y="164563"/>
            <a:ext cx="9144000" cy="12039850"/>
            <a:chOff x="0" y="0"/>
            <a:chExt cx="2408296" cy="3170989"/>
          </a:xfrm>
        </p:grpSpPr>
        <p:sp>
          <p:nvSpPr>
            <p:cNvPr id="3" name="Freeform 3"/>
            <p:cNvSpPr/>
            <p:nvPr/>
          </p:nvSpPr>
          <p:spPr>
            <a:xfrm>
              <a:off x="0" y="0"/>
              <a:ext cx="2408296" cy="3170989"/>
            </a:xfrm>
            <a:custGeom>
              <a:avLst/>
              <a:gdLst/>
              <a:ahLst/>
              <a:cxnLst/>
              <a:rect l="l" t="t" r="r" b="b"/>
              <a:pathLst>
                <a:path w="2408296" h="3170989">
                  <a:moveTo>
                    <a:pt x="127000" y="0"/>
                  </a:moveTo>
                  <a:lnTo>
                    <a:pt x="2281296" y="0"/>
                  </a:lnTo>
                  <a:cubicBezTo>
                    <a:pt x="2351436" y="0"/>
                    <a:pt x="2408296" y="56860"/>
                    <a:pt x="2408296" y="127000"/>
                  </a:cubicBezTo>
                  <a:lnTo>
                    <a:pt x="2408296" y="3043989"/>
                  </a:lnTo>
                  <a:cubicBezTo>
                    <a:pt x="2408296" y="3077672"/>
                    <a:pt x="2394916" y="3109975"/>
                    <a:pt x="2371099" y="3133792"/>
                  </a:cubicBezTo>
                  <a:cubicBezTo>
                    <a:pt x="2347282" y="3157609"/>
                    <a:pt x="2314979" y="3170989"/>
                    <a:pt x="2281296" y="3170989"/>
                  </a:cubicBezTo>
                  <a:lnTo>
                    <a:pt x="127000" y="3170989"/>
                  </a:lnTo>
                  <a:cubicBezTo>
                    <a:pt x="93318" y="3170989"/>
                    <a:pt x="61015" y="3157609"/>
                    <a:pt x="37197" y="3133792"/>
                  </a:cubicBezTo>
                  <a:cubicBezTo>
                    <a:pt x="13380" y="3109975"/>
                    <a:pt x="0" y="3077672"/>
                    <a:pt x="0" y="3043989"/>
                  </a:cubicBezTo>
                  <a:lnTo>
                    <a:pt x="0" y="127000"/>
                  </a:lnTo>
                  <a:cubicBezTo>
                    <a:pt x="0" y="56860"/>
                    <a:pt x="56860" y="0"/>
                    <a:pt x="127000" y="0"/>
                  </a:cubicBezTo>
                  <a:close/>
                </a:path>
              </a:pathLst>
            </a:custGeom>
            <a:solidFill>
              <a:srgbClr val="00BC74"/>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Figtree" pitchFamily="2" charset="0"/>
                <a:ea typeface="+mn-ea"/>
                <a:cs typeface="+mn-cs"/>
              </a:endParaRPr>
            </a:p>
          </p:txBody>
        </p:sp>
        <p:sp>
          <p:nvSpPr>
            <p:cNvPr id="4" name="TextBox 4"/>
            <p:cNvSpPr txBox="1"/>
            <p:nvPr/>
          </p:nvSpPr>
          <p:spPr>
            <a:xfrm>
              <a:off x="0" y="38100"/>
              <a:ext cx="2408296" cy="3132889"/>
            </a:xfrm>
            <a:prstGeom prst="rect">
              <a:avLst/>
            </a:prstGeom>
          </p:spPr>
          <p:txBody>
            <a:bodyPr lIns="50800" tIns="50800" rIns="50800" bIns="50800" rtlCol="0" anchor="ctr"/>
            <a:lstStyle/>
            <a:p>
              <a:pPr marL="0" marR="0" lvl="0" indent="0" algn="ctr" defTabSz="914400" rtl="0" eaLnBrk="1" fontAlgn="auto" latinLnBrk="0" hangingPunct="1">
                <a:lnSpc>
                  <a:spcPts val="2225"/>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Figtree" pitchFamily="2" charset="0"/>
                <a:ea typeface="+mn-ea"/>
                <a:cs typeface="+mn-cs"/>
              </a:endParaRPr>
            </a:p>
          </p:txBody>
        </p:sp>
      </p:grpSp>
      <p:sp>
        <p:nvSpPr>
          <p:cNvPr id="17" name="TextBox 17"/>
          <p:cNvSpPr txBox="1"/>
          <p:nvPr/>
        </p:nvSpPr>
        <p:spPr>
          <a:xfrm>
            <a:off x="10183466" y="152605"/>
            <a:ext cx="2953003" cy="798449"/>
          </a:xfrm>
          <a:prstGeom prst="rect">
            <a:avLst/>
          </a:prstGeom>
        </p:spPr>
        <p:txBody>
          <a:bodyPr lIns="0" tIns="0" rIns="0" bIns="0" rtlCol="0" anchor="t">
            <a:spAutoFit/>
          </a:bodyPr>
          <a:lstStyle/>
          <a:p>
            <a:pPr marL="0" marR="0" lvl="0" indent="0" algn="just" defTabSz="914400" rtl="0" eaLnBrk="1" fontAlgn="auto" latinLnBrk="0" hangingPunct="1">
              <a:lnSpc>
                <a:spcPts val="6148"/>
              </a:lnSpc>
              <a:spcBef>
                <a:spcPts val="0"/>
              </a:spcBef>
              <a:spcAft>
                <a:spcPts val="0"/>
              </a:spcAft>
              <a:buClrTx/>
              <a:buSzTx/>
              <a:buFontTx/>
              <a:buNone/>
              <a:tabLst/>
              <a:defRPr/>
            </a:pPr>
            <a:r>
              <a:rPr kumimoji="0" lang="en-US" sz="5800" b="1" i="0" u="none" strike="noStrike" kern="1200" cap="none" spc="0" normalizeH="0" baseline="0" noProof="0" dirty="0">
                <a:ln>
                  <a:noFill/>
                </a:ln>
                <a:solidFill>
                  <a:srgbClr val="F9F6E7"/>
                </a:solidFill>
                <a:effectLst/>
                <a:uLnTx/>
                <a:uFillTx/>
                <a:latin typeface="Figtree" pitchFamily="2" charset="0"/>
                <a:ea typeface="Figtree 2 Semi-Bold"/>
                <a:cs typeface="Figtree 2 Semi-Bold"/>
                <a:sym typeface="Figtree 2 Semi-Bold"/>
              </a:rPr>
              <a:t>Think</a:t>
            </a:r>
          </a:p>
        </p:txBody>
      </p:sp>
      <p:sp>
        <p:nvSpPr>
          <p:cNvPr id="18" name="TextBox 18"/>
          <p:cNvSpPr txBox="1"/>
          <p:nvPr/>
        </p:nvSpPr>
        <p:spPr>
          <a:xfrm>
            <a:off x="10183466" y="760554"/>
            <a:ext cx="6802841" cy="1918334"/>
          </a:xfrm>
          <a:prstGeom prst="rect">
            <a:avLst/>
          </a:prstGeom>
        </p:spPr>
        <p:txBody>
          <a:bodyPr lIns="0" tIns="0" rIns="0" bIns="0" rtlCol="0" anchor="t">
            <a:spAutoFit/>
          </a:bodyPr>
          <a:lstStyle/>
          <a:p>
            <a:pPr marL="0" marR="0" lvl="0" indent="0" algn="l" defTabSz="914400" rtl="0" eaLnBrk="1" fontAlgn="auto" latinLnBrk="0" hangingPunct="1">
              <a:lnSpc>
                <a:spcPts val="5100"/>
              </a:lnSpc>
              <a:spcBef>
                <a:spcPts val="0"/>
              </a:spcBef>
              <a:spcAft>
                <a:spcPts val="0"/>
              </a:spcAft>
              <a:buClrTx/>
              <a:buSzTx/>
              <a:buFontTx/>
              <a:buNone/>
              <a:tabLst/>
              <a:defRPr/>
            </a:pPr>
            <a:r>
              <a:rPr kumimoji="0" lang="en-US" sz="3400" b="0" i="0" u="none" strike="noStrike" kern="1200" cap="none" spc="0" normalizeH="0" baseline="0" noProof="0" dirty="0">
                <a:ln>
                  <a:noFill/>
                </a:ln>
                <a:solidFill>
                  <a:srgbClr val="000000"/>
                </a:solidFill>
                <a:effectLst/>
                <a:uLnTx/>
                <a:uFillTx/>
                <a:latin typeface="Figtree" pitchFamily="2" charset="0"/>
                <a:ea typeface="Canva Sans"/>
                <a:cs typeface="Canva Sans"/>
                <a:sym typeface="Canva Sans"/>
              </a:rPr>
              <a:t>Which parts of your tool were: </a:t>
            </a:r>
          </a:p>
          <a:p>
            <a:pPr marL="734064" marR="0" lvl="1" indent="-367032" algn="l" defTabSz="914400" rtl="0" eaLnBrk="1" fontAlgn="auto" latinLnBrk="0" hangingPunct="1">
              <a:lnSpc>
                <a:spcPts val="5100"/>
              </a:lnSpc>
              <a:spcBef>
                <a:spcPts val="0"/>
              </a:spcBef>
              <a:spcAft>
                <a:spcPts val="0"/>
              </a:spcAft>
              <a:buClrTx/>
              <a:buSzTx/>
              <a:buFont typeface="Arial"/>
              <a:buChar char="•"/>
              <a:tabLst/>
              <a:defRPr/>
            </a:pPr>
            <a:r>
              <a:rPr kumimoji="0" lang="en-US" sz="3400" b="0" i="0" u="none" strike="noStrike" kern="1200" cap="none" spc="0" normalizeH="0" baseline="0" noProof="0" dirty="0">
                <a:ln>
                  <a:noFill/>
                </a:ln>
                <a:solidFill>
                  <a:srgbClr val="000000"/>
                </a:solidFill>
                <a:effectLst/>
                <a:uLnTx/>
                <a:uFillTx/>
                <a:latin typeface="Figtree" pitchFamily="2" charset="0"/>
                <a:ea typeface="Canva Sans"/>
                <a:cs typeface="Canva Sans"/>
                <a:sym typeface="Canva Sans"/>
              </a:rPr>
              <a:t>Useful for completing the challenges.</a:t>
            </a:r>
          </a:p>
        </p:txBody>
      </p:sp>
      <p:grpSp>
        <p:nvGrpSpPr>
          <p:cNvPr id="19" name="Group 19"/>
          <p:cNvGrpSpPr/>
          <p:nvPr/>
        </p:nvGrpSpPr>
        <p:grpSpPr>
          <a:xfrm>
            <a:off x="9259665" y="233008"/>
            <a:ext cx="703685" cy="718046"/>
            <a:chOff x="0" y="0"/>
            <a:chExt cx="938247" cy="957395"/>
          </a:xfrm>
        </p:grpSpPr>
        <p:sp>
          <p:nvSpPr>
            <p:cNvPr id="20" name="Freeform 20"/>
            <p:cNvSpPr/>
            <p:nvPr/>
          </p:nvSpPr>
          <p:spPr>
            <a:xfrm rot="5400000">
              <a:off x="-9574" y="9574"/>
              <a:ext cx="957395" cy="938247"/>
            </a:xfrm>
            <a:custGeom>
              <a:avLst/>
              <a:gdLst/>
              <a:ahLst/>
              <a:cxnLst/>
              <a:rect l="l" t="t" r="r" b="b"/>
              <a:pathLst>
                <a:path w="957395" h="938247">
                  <a:moveTo>
                    <a:pt x="0" y="0"/>
                  </a:moveTo>
                  <a:lnTo>
                    <a:pt x="957395" y="0"/>
                  </a:lnTo>
                  <a:lnTo>
                    <a:pt x="957395" y="938247"/>
                  </a:lnTo>
                  <a:lnTo>
                    <a:pt x="0" y="938247"/>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Figtree" pitchFamily="2" charset="0"/>
                <a:ea typeface="+mn-ea"/>
                <a:cs typeface="+mn-cs"/>
              </a:endParaRPr>
            </a:p>
          </p:txBody>
        </p:sp>
        <p:sp>
          <p:nvSpPr>
            <p:cNvPr id="21" name="TextBox 21"/>
            <p:cNvSpPr txBox="1"/>
            <p:nvPr/>
          </p:nvSpPr>
          <p:spPr>
            <a:xfrm>
              <a:off x="102873" y="155879"/>
              <a:ext cx="697306" cy="577082"/>
            </a:xfrm>
            <a:prstGeom prst="rect">
              <a:avLst/>
            </a:prstGeom>
          </p:spPr>
          <p:txBody>
            <a:bodyPr lIns="0" tIns="0" rIns="0" bIns="0" rtlCol="0" anchor="t">
              <a:spAutoFit/>
            </a:bodyPr>
            <a:lstStyle/>
            <a:p>
              <a:pPr marL="0" marR="0" lvl="0" indent="0" algn="ctr" defTabSz="914400" rtl="0" eaLnBrk="1" fontAlgn="auto" latinLnBrk="0" hangingPunct="1">
                <a:lnSpc>
                  <a:spcPts val="3882"/>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Figtree" pitchFamily="2" charset="0"/>
                <a:ea typeface="+mn-ea"/>
                <a:cs typeface="+mn-cs"/>
              </a:endParaRPr>
            </a:p>
          </p:txBody>
        </p:sp>
        <p:sp>
          <p:nvSpPr>
            <p:cNvPr id="22" name="TextBox 22"/>
            <p:cNvSpPr txBox="1"/>
            <p:nvPr/>
          </p:nvSpPr>
          <p:spPr>
            <a:xfrm>
              <a:off x="84191" y="155879"/>
              <a:ext cx="697306" cy="693262"/>
            </a:xfrm>
            <a:prstGeom prst="rect">
              <a:avLst/>
            </a:prstGeom>
          </p:spPr>
          <p:txBody>
            <a:bodyPr lIns="0" tIns="0" rIns="0" bIns="0" rtlCol="0" anchor="t">
              <a:spAutoFit/>
            </a:bodyPr>
            <a:lstStyle/>
            <a:p>
              <a:pPr marL="0" marR="0" lvl="0" indent="0" algn="ctr" defTabSz="914400" rtl="0" eaLnBrk="1" fontAlgn="auto" latinLnBrk="0" hangingPunct="1">
                <a:lnSpc>
                  <a:spcPts val="3882"/>
                </a:lnSpc>
                <a:spcBef>
                  <a:spcPts val="0"/>
                </a:spcBef>
                <a:spcAft>
                  <a:spcPts val="0"/>
                </a:spcAft>
                <a:buClrTx/>
                <a:buSzTx/>
                <a:buFontTx/>
                <a:buNone/>
                <a:tabLst/>
                <a:defRPr/>
              </a:pPr>
              <a:r>
                <a:rPr kumimoji="0" lang="en-US" sz="3662" b="1" i="0" u="none" strike="noStrike" kern="1200" cap="none" spc="0" normalizeH="0" baseline="0" noProof="0" dirty="0">
                  <a:ln>
                    <a:noFill/>
                  </a:ln>
                  <a:solidFill>
                    <a:srgbClr val="FFFFFF"/>
                  </a:solidFill>
                  <a:effectLst/>
                  <a:uLnTx/>
                  <a:uFillTx/>
                  <a:latin typeface="Figtree" pitchFamily="2" charset="0"/>
                  <a:ea typeface="Figtree 2 Bold"/>
                  <a:cs typeface="Figtree 2 Bold"/>
                  <a:sym typeface="Figtree 2 Bold"/>
                </a:rPr>
                <a:t>1</a:t>
              </a:r>
            </a:p>
          </p:txBody>
        </p:sp>
      </p:grpSp>
      <p:grpSp>
        <p:nvGrpSpPr>
          <p:cNvPr id="23" name="Group 23"/>
          <p:cNvGrpSpPr/>
          <p:nvPr/>
        </p:nvGrpSpPr>
        <p:grpSpPr>
          <a:xfrm>
            <a:off x="9317182" y="5547633"/>
            <a:ext cx="703685" cy="718046"/>
            <a:chOff x="0" y="0"/>
            <a:chExt cx="938247" cy="957395"/>
          </a:xfrm>
        </p:grpSpPr>
        <p:sp>
          <p:nvSpPr>
            <p:cNvPr id="24" name="Freeform 24"/>
            <p:cNvSpPr/>
            <p:nvPr/>
          </p:nvSpPr>
          <p:spPr>
            <a:xfrm rot="5400000">
              <a:off x="-9574" y="9574"/>
              <a:ext cx="957395" cy="938247"/>
            </a:xfrm>
            <a:custGeom>
              <a:avLst/>
              <a:gdLst/>
              <a:ahLst/>
              <a:cxnLst/>
              <a:rect l="l" t="t" r="r" b="b"/>
              <a:pathLst>
                <a:path w="957395" h="938247">
                  <a:moveTo>
                    <a:pt x="0" y="0"/>
                  </a:moveTo>
                  <a:lnTo>
                    <a:pt x="957395" y="0"/>
                  </a:lnTo>
                  <a:lnTo>
                    <a:pt x="957395" y="938247"/>
                  </a:lnTo>
                  <a:lnTo>
                    <a:pt x="0" y="938247"/>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Figtree" pitchFamily="2" charset="0"/>
                <a:ea typeface="+mn-ea"/>
                <a:cs typeface="+mn-cs"/>
              </a:endParaRPr>
            </a:p>
          </p:txBody>
        </p:sp>
        <p:sp>
          <p:nvSpPr>
            <p:cNvPr id="25" name="TextBox 25"/>
            <p:cNvSpPr txBox="1"/>
            <p:nvPr/>
          </p:nvSpPr>
          <p:spPr>
            <a:xfrm>
              <a:off x="102873" y="155879"/>
              <a:ext cx="697306" cy="577082"/>
            </a:xfrm>
            <a:prstGeom prst="rect">
              <a:avLst/>
            </a:prstGeom>
          </p:spPr>
          <p:txBody>
            <a:bodyPr lIns="0" tIns="0" rIns="0" bIns="0" rtlCol="0" anchor="t">
              <a:spAutoFit/>
            </a:bodyPr>
            <a:lstStyle/>
            <a:p>
              <a:pPr marL="0" marR="0" lvl="0" indent="0" algn="ctr" defTabSz="914400" rtl="0" eaLnBrk="1" fontAlgn="auto" latinLnBrk="0" hangingPunct="1">
                <a:lnSpc>
                  <a:spcPts val="3882"/>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Figtree" pitchFamily="2" charset="0"/>
                <a:ea typeface="+mn-ea"/>
                <a:cs typeface="+mn-cs"/>
              </a:endParaRPr>
            </a:p>
          </p:txBody>
        </p:sp>
        <p:sp>
          <p:nvSpPr>
            <p:cNvPr id="26" name="TextBox 26"/>
            <p:cNvSpPr txBox="1"/>
            <p:nvPr/>
          </p:nvSpPr>
          <p:spPr>
            <a:xfrm>
              <a:off x="120470" y="155879"/>
              <a:ext cx="697306" cy="693262"/>
            </a:xfrm>
            <a:prstGeom prst="rect">
              <a:avLst/>
            </a:prstGeom>
          </p:spPr>
          <p:txBody>
            <a:bodyPr lIns="0" tIns="0" rIns="0" bIns="0" rtlCol="0" anchor="t">
              <a:spAutoFit/>
            </a:bodyPr>
            <a:lstStyle/>
            <a:p>
              <a:pPr marL="0" marR="0" lvl="0" indent="0" algn="ctr" defTabSz="914400" rtl="0" eaLnBrk="1" fontAlgn="auto" latinLnBrk="0" hangingPunct="1">
                <a:lnSpc>
                  <a:spcPts val="3882"/>
                </a:lnSpc>
                <a:spcBef>
                  <a:spcPts val="0"/>
                </a:spcBef>
                <a:spcAft>
                  <a:spcPts val="0"/>
                </a:spcAft>
                <a:buClrTx/>
                <a:buSzTx/>
                <a:buFontTx/>
                <a:buNone/>
                <a:tabLst/>
                <a:defRPr/>
              </a:pPr>
              <a:r>
                <a:rPr kumimoji="0" lang="en-US" sz="3662" b="1" i="0" u="none" strike="noStrike" kern="1200" cap="none" spc="0" normalizeH="0" baseline="0" noProof="0" dirty="0">
                  <a:ln>
                    <a:noFill/>
                  </a:ln>
                  <a:solidFill>
                    <a:srgbClr val="FFFFFF"/>
                  </a:solidFill>
                  <a:effectLst/>
                  <a:uLnTx/>
                  <a:uFillTx/>
                  <a:latin typeface="Figtree" pitchFamily="2" charset="0"/>
                  <a:ea typeface="Figtree 2 Bold"/>
                  <a:cs typeface="Figtree 2 Bold"/>
                  <a:sym typeface="Figtree 2 Bold"/>
                </a:rPr>
                <a:t>2</a:t>
              </a:r>
            </a:p>
          </p:txBody>
        </p:sp>
      </p:grpSp>
      <p:sp>
        <p:nvSpPr>
          <p:cNvPr id="27" name="TextBox 27"/>
          <p:cNvSpPr txBox="1"/>
          <p:nvPr/>
        </p:nvSpPr>
        <p:spPr>
          <a:xfrm>
            <a:off x="10183466" y="2668549"/>
            <a:ext cx="8009754" cy="2566034"/>
          </a:xfrm>
          <a:prstGeom prst="rect">
            <a:avLst/>
          </a:prstGeom>
        </p:spPr>
        <p:txBody>
          <a:bodyPr lIns="0" tIns="0" rIns="0" bIns="0" rtlCol="0" anchor="t">
            <a:spAutoFit/>
          </a:bodyPr>
          <a:lstStyle/>
          <a:p>
            <a:pPr marL="0" marR="0" lvl="0" indent="0" algn="l" defTabSz="914400" rtl="0" eaLnBrk="1" fontAlgn="auto" latinLnBrk="0" hangingPunct="1">
              <a:lnSpc>
                <a:spcPts val="5100"/>
              </a:lnSpc>
              <a:spcBef>
                <a:spcPts val="0"/>
              </a:spcBef>
              <a:spcAft>
                <a:spcPts val="0"/>
              </a:spcAft>
              <a:buClrTx/>
              <a:buSzTx/>
              <a:buFontTx/>
              <a:buNone/>
              <a:tabLst/>
              <a:defRPr/>
            </a:pPr>
            <a:r>
              <a:rPr kumimoji="0" lang="en-US" sz="3400" b="0" i="0" u="none" strike="noStrike" kern="1200" cap="none" spc="0" normalizeH="0" baseline="0" noProof="0" dirty="0">
                <a:ln>
                  <a:noFill/>
                </a:ln>
                <a:solidFill>
                  <a:srgbClr val="000000"/>
                </a:solidFill>
                <a:effectLst/>
                <a:uLnTx/>
                <a:uFillTx/>
                <a:latin typeface="Figtree" pitchFamily="2" charset="0"/>
                <a:ea typeface="Canva Sans"/>
                <a:cs typeface="Canva Sans"/>
                <a:sym typeface="Canva Sans"/>
              </a:rPr>
              <a:t>What parts of your tool were:</a:t>
            </a:r>
          </a:p>
          <a:p>
            <a:pPr marL="734068" marR="0" lvl="1" indent="-367034" algn="l" defTabSz="914400" rtl="0" eaLnBrk="1" fontAlgn="auto" latinLnBrk="0" hangingPunct="1">
              <a:lnSpc>
                <a:spcPts val="5100"/>
              </a:lnSpc>
              <a:spcBef>
                <a:spcPts val="0"/>
              </a:spcBef>
              <a:spcAft>
                <a:spcPts val="0"/>
              </a:spcAft>
              <a:buClrTx/>
              <a:buSzTx/>
              <a:buFont typeface="Arial"/>
              <a:buChar char="•"/>
              <a:tabLst/>
              <a:defRPr/>
            </a:pPr>
            <a:r>
              <a:rPr kumimoji="0" lang="en-US" sz="3400" b="0" i="0" u="none" strike="noStrike" kern="1200" cap="none" spc="0" normalizeH="0" baseline="0" noProof="0" dirty="0">
                <a:ln>
                  <a:noFill/>
                </a:ln>
                <a:solidFill>
                  <a:srgbClr val="000000"/>
                </a:solidFill>
                <a:effectLst/>
                <a:uLnTx/>
                <a:uFillTx/>
                <a:latin typeface="Figtree" pitchFamily="2" charset="0"/>
                <a:ea typeface="Canva Sans"/>
                <a:cs typeface="Canva Sans"/>
                <a:sym typeface="Canva Sans"/>
              </a:rPr>
              <a:t>Not required.</a:t>
            </a:r>
          </a:p>
          <a:p>
            <a:pPr marL="734068" marR="0" lvl="1" indent="-367034" algn="l" defTabSz="914400" rtl="0" eaLnBrk="1" fontAlgn="auto" latinLnBrk="0" hangingPunct="1">
              <a:lnSpc>
                <a:spcPts val="5100"/>
              </a:lnSpc>
              <a:spcBef>
                <a:spcPts val="0"/>
              </a:spcBef>
              <a:spcAft>
                <a:spcPts val="0"/>
              </a:spcAft>
              <a:buClrTx/>
              <a:buSzTx/>
              <a:buFont typeface="Arial"/>
              <a:buChar char="•"/>
              <a:tabLst/>
              <a:defRPr/>
            </a:pPr>
            <a:r>
              <a:rPr kumimoji="0" lang="en-US" sz="3400" b="0" i="0" u="none" strike="noStrike" kern="1200" cap="none" spc="0" normalizeH="0" baseline="0" noProof="0" dirty="0">
                <a:ln>
                  <a:noFill/>
                </a:ln>
                <a:solidFill>
                  <a:srgbClr val="000000"/>
                </a:solidFill>
                <a:effectLst/>
                <a:uLnTx/>
                <a:uFillTx/>
                <a:latin typeface="Figtree" pitchFamily="2" charset="0"/>
                <a:ea typeface="Canva Sans"/>
                <a:cs typeface="Canva Sans"/>
                <a:sym typeface="Canva Sans"/>
              </a:rPr>
              <a:t>Improvable</a:t>
            </a:r>
          </a:p>
          <a:p>
            <a:pPr marL="734068" marR="0" lvl="1" indent="-367034" algn="l" defTabSz="914400" rtl="0" eaLnBrk="1" fontAlgn="auto" latinLnBrk="0" hangingPunct="1">
              <a:lnSpc>
                <a:spcPts val="5100"/>
              </a:lnSpc>
              <a:spcBef>
                <a:spcPts val="0"/>
              </a:spcBef>
              <a:spcAft>
                <a:spcPts val="0"/>
              </a:spcAft>
              <a:buClrTx/>
              <a:buSzTx/>
              <a:buFont typeface="Arial"/>
              <a:buChar char="•"/>
              <a:tabLst/>
              <a:defRPr/>
            </a:pPr>
            <a:r>
              <a:rPr kumimoji="0" lang="en-US" sz="3400" b="0" i="0" u="none" strike="noStrike" kern="1200" cap="none" spc="0" normalizeH="0" baseline="0" noProof="0" dirty="0">
                <a:ln>
                  <a:noFill/>
                </a:ln>
                <a:solidFill>
                  <a:srgbClr val="000000"/>
                </a:solidFill>
                <a:effectLst/>
                <a:uLnTx/>
                <a:uFillTx/>
                <a:latin typeface="Figtree" pitchFamily="2" charset="0"/>
                <a:ea typeface="Canva Sans"/>
                <a:cs typeface="Canva Sans"/>
                <a:sym typeface="Canva Sans"/>
              </a:rPr>
              <a:t>Replaceable </a:t>
            </a:r>
          </a:p>
        </p:txBody>
      </p:sp>
      <p:grpSp>
        <p:nvGrpSpPr>
          <p:cNvPr id="28" name="Group 28"/>
          <p:cNvGrpSpPr/>
          <p:nvPr/>
        </p:nvGrpSpPr>
        <p:grpSpPr>
          <a:xfrm>
            <a:off x="9317182" y="7499958"/>
            <a:ext cx="703685" cy="718046"/>
            <a:chOff x="0" y="0"/>
            <a:chExt cx="938247" cy="957395"/>
          </a:xfrm>
        </p:grpSpPr>
        <p:sp>
          <p:nvSpPr>
            <p:cNvPr id="29" name="Freeform 29"/>
            <p:cNvSpPr/>
            <p:nvPr/>
          </p:nvSpPr>
          <p:spPr>
            <a:xfrm rot="5400000">
              <a:off x="-9574" y="9574"/>
              <a:ext cx="957395" cy="938247"/>
            </a:xfrm>
            <a:custGeom>
              <a:avLst/>
              <a:gdLst/>
              <a:ahLst/>
              <a:cxnLst/>
              <a:rect l="l" t="t" r="r" b="b"/>
              <a:pathLst>
                <a:path w="957395" h="938247">
                  <a:moveTo>
                    <a:pt x="0" y="0"/>
                  </a:moveTo>
                  <a:lnTo>
                    <a:pt x="957395" y="0"/>
                  </a:lnTo>
                  <a:lnTo>
                    <a:pt x="957395" y="938247"/>
                  </a:lnTo>
                  <a:lnTo>
                    <a:pt x="0" y="938247"/>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Figtree" pitchFamily="2" charset="0"/>
                <a:ea typeface="+mn-ea"/>
                <a:cs typeface="+mn-cs"/>
              </a:endParaRPr>
            </a:p>
          </p:txBody>
        </p:sp>
        <p:sp>
          <p:nvSpPr>
            <p:cNvPr id="30" name="TextBox 30"/>
            <p:cNvSpPr txBox="1"/>
            <p:nvPr/>
          </p:nvSpPr>
          <p:spPr>
            <a:xfrm>
              <a:off x="102873" y="155879"/>
              <a:ext cx="697306" cy="577082"/>
            </a:xfrm>
            <a:prstGeom prst="rect">
              <a:avLst/>
            </a:prstGeom>
          </p:spPr>
          <p:txBody>
            <a:bodyPr lIns="0" tIns="0" rIns="0" bIns="0" rtlCol="0" anchor="t">
              <a:spAutoFit/>
            </a:bodyPr>
            <a:lstStyle/>
            <a:p>
              <a:pPr marL="0" marR="0" lvl="0" indent="0" algn="ctr" defTabSz="914400" rtl="0" eaLnBrk="1" fontAlgn="auto" latinLnBrk="0" hangingPunct="1">
                <a:lnSpc>
                  <a:spcPts val="3882"/>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Figtree" pitchFamily="2" charset="0"/>
                <a:ea typeface="+mn-ea"/>
                <a:cs typeface="+mn-cs"/>
              </a:endParaRPr>
            </a:p>
          </p:txBody>
        </p:sp>
      </p:grpSp>
      <p:sp>
        <p:nvSpPr>
          <p:cNvPr id="31" name="TextBox 31"/>
          <p:cNvSpPr txBox="1"/>
          <p:nvPr/>
        </p:nvSpPr>
        <p:spPr>
          <a:xfrm>
            <a:off x="9380325" y="7628774"/>
            <a:ext cx="522980" cy="508040"/>
          </a:xfrm>
          <a:prstGeom prst="rect">
            <a:avLst/>
          </a:prstGeom>
        </p:spPr>
        <p:txBody>
          <a:bodyPr lIns="0" tIns="0" rIns="0" bIns="0" rtlCol="0" anchor="t">
            <a:spAutoFit/>
          </a:bodyPr>
          <a:lstStyle/>
          <a:p>
            <a:pPr marL="0" marR="0" lvl="0" indent="0" algn="ctr" defTabSz="914400" rtl="0" eaLnBrk="1" fontAlgn="auto" latinLnBrk="0" hangingPunct="1">
              <a:lnSpc>
                <a:spcPts val="3882"/>
              </a:lnSpc>
              <a:spcBef>
                <a:spcPts val="0"/>
              </a:spcBef>
              <a:spcAft>
                <a:spcPts val="0"/>
              </a:spcAft>
              <a:buClrTx/>
              <a:buSzTx/>
              <a:buFontTx/>
              <a:buNone/>
              <a:tabLst/>
              <a:defRPr/>
            </a:pPr>
            <a:r>
              <a:rPr kumimoji="0" lang="en-US" sz="3662" b="1" i="0" u="none" strike="noStrike" kern="1200" cap="none" spc="0" normalizeH="0" baseline="0" noProof="0" dirty="0">
                <a:ln>
                  <a:noFill/>
                </a:ln>
                <a:solidFill>
                  <a:srgbClr val="FFFFFF"/>
                </a:solidFill>
                <a:effectLst/>
                <a:uLnTx/>
                <a:uFillTx/>
                <a:latin typeface="Figtree" pitchFamily="2" charset="0"/>
                <a:ea typeface="Figtree 2 Bold"/>
                <a:cs typeface="Figtree 2 Bold"/>
                <a:sym typeface="Figtree 2 Bold"/>
              </a:rPr>
              <a:t>3</a:t>
            </a:r>
          </a:p>
        </p:txBody>
      </p:sp>
      <p:sp>
        <p:nvSpPr>
          <p:cNvPr id="32" name="TextBox 32"/>
          <p:cNvSpPr txBox="1"/>
          <p:nvPr/>
        </p:nvSpPr>
        <p:spPr>
          <a:xfrm>
            <a:off x="10183466" y="5545531"/>
            <a:ext cx="1654288" cy="798449"/>
          </a:xfrm>
          <a:prstGeom prst="rect">
            <a:avLst/>
          </a:prstGeom>
        </p:spPr>
        <p:txBody>
          <a:bodyPr lIns="0" tIns="0" rIns="0" bIns="0" rtlCol="0" anchor="t">
            <a:spAutoFit/>
          </a:bodyPr>
          <a:lstStyle/>
          <a:p>
            <a:pPr marL="0" marR="0" lvl="0" indent="0" algn="just" defTabSz="914400" rtl="0" eaLnBrk="1" fontAlgn="auto" latinLnBrk="0" hangingPunct="1">
              <a:lnSpc>
                <a:spcPts val="6148"/>
              </a:lnSpc>
              <a:spcBef>
                <a:spcPts val="0"/>
              </a:spcBef>
              <a:spcAft>
                <a:spcPts val="0"/>
              </a:spcAft>
              <a:buClrTx/>
              <a:buSzTx/>
              <a:buFontTx/>
              <a:buNone/>
              <a:tabLst/>
              <a:defRPr/>
            </a:pPr>
            <a:r>
              <a:rPr kumimoji="0" lang="en-US" sz="5800" b="1" i="0" u="none" strike="noStrike" kern="1200" cap="none" spc="0" normalizeH="0" baseline="0" noProof="0" dirty="0">
                <a:ln>
                  <a:noFill/>
                </a:ln>
                <a:solidFill>
                  <a:srgbClr val="F9F6E7"/>
                </a:solidFill>
                <a:effectLst/>
                <a:uLnTx/>
                <a:uFillTx/>
                <a:latin typeface="Figtree" pitchFamily="2" charset="0"/>
                <a:ea typeface="Figtree 2 Semi-Bold"/>
                <a:cs typeface="Figtree 2 Semi-Bold"/>
                <a:sym typeface="Figtree 2 Semi-Bold"/>
              </a:rPr>
              <a:t>Pair</a:t>
            </a:r>
          </a:p>
        </p:txBody>
      </p:sp>
      <p:sp>
        <p:nvSpPr>
          <p:cNvPr id="33" name="TextBox 33"/>
          <p:cNvSpPr txBox="1"/>
          <p:nvPr/>
        </p:nvSpPr>
        <p:spPr>
          <a:xfrm>
            <a:off x="10183466" y="7497857"/>
            <a:ext cx="2094518" cy="798449"/>
          </a:xfrm>
          <a:prstGeom prst="rect">
            <a:avLst/>
          </a:prstGeom>
        </p:spPr>
        <p:txBody>
          <a:bodyPr lIns="0" tIns="0" rIns="0" bIns="0" rtlCol="0" anchor="t">
            <a:spAutoFit/>
          </a:bodyPr>
          <a:lstStyle/>
          <a:p>
            <a:pPr marL="0" marR="0" lvl="0" indent="0" algn="just" defTabSz="914400" rtl="0" eaLnBrk="1" fontAlgn="auto" latinLnBrk="0" hangingPunct="1">
              <a:lnSpc>
                <a:spcPts val="6148"/>
              </a:lnSpc>
              <a:spcBef>
                <a:spcPts val="0"/>
              </a:spcBef>
              <a:spcAft>
                <a:spcPts val="0"/>
              </a:spcAft>
              <a:buClrTx/>
              <a:buSzTx/>
              <a:buFontTx/>
              <a:buNone/>
              <a:tabLst/>
              <a:defRPr/>
            </a:pPr>
            <a:r>
              <a:rPr kumimoji="0" lang="en-US" sz="5800" b="1" i="0" u="none" strike="noStrike" kern="1200" cap="none" spc="0" normalizeH="0" baseline="0" noProof="0" dirty="0">
                <a:ln>
                  <a:noFill/>
                </a:ln>
                <a:solidFill>
                  <a:srgbClr val="F9F6E7"/>
                </a:solidFill>
                <a:effectLst/>
                <a:uLnTx/>
                <a:uFillTx/>
                <a:latin typeface="Figtree" pitchFamily="2" charset="0"/>
                <a:ea typeface="Figtree 2 Semi-Bold"/>
                <a:cs typeface="Figtree 2 Semi-Bold"/>
                <a:sym typeface="Figtree 2 Semi-Bold"/>
              </a:rPr>
              <a:t>Share</a:t>
            </a:r>
          </a:p>
        </p:txBody>
      </p:sp>
      <p:sp>
        <p:nvSpPr>
          <p:cNvPr id="34" name="TextBox 34"/>
          <p:cNvSpPr txBox="1"/>
          <p:nvPr/>
        </p:nvSpPr>
        <p:spPr>
          <a:xfrm>
            <a:off x="10183466" y="6317299"/>
            <a:ext cx="8009754" cy="622934"/>
          </a:xfrm>
          <a:prstGeom prst="rect">
            <a:avLst/>
          </a:prstGeom>
        </p:spPr>
        <p:txBody>
          <a:bodyPr lIns="0" tIns="0" rIns="0" bIns="0" rtlCol="0" anchor="t">
            <a:spAutoFit/>
          </a:bodyPr>
          <a:lstStyle/>
          <a:p>
            <a:pPr marL="0" marR="0" lvl="0" indent="0" algn="l" defTabSz="914400" rtl="0" eaLnBrk="1" fontAlgn="auto" latinLnBrk="0" hangingPunct="1">
              <a:lnSpc>
                <a:spcPts val="5100"/>
              </a:lnSpc>
              <a:spcBef>
                <a:spcPts val="0"/>
              </a:spcBef>
              <a:spcAft>
                <a:spcPts val="0"/>
              </a:spcAft>
              <a:buClrTx/>
              <a:buSzTx/>
              <a:buFontTx/>
              <a:buNone/>
              <a:tabLst/>
              <a:defRPr/>
            </a:pPr>
            <a:r>
              <a:rPr kumimoji="0" lang="en-US" sz="3400" b="0" i="0" u="none" strike="noStrike" kern="1200" cap="none" spc="0" normalizeH="0" baseline="0" noProof="0" dirty="0">
                <a:ln>
                  <a:noFill/>
                </a:ln>
                <a:solidFill>
                  <a:srgbClr val="000000"/>
                </a:solidFill>
                <a:effectLst/>
                <a:uLnTx/>
                <a:uFillTx/>
                <a:latin typeface="Figtree" pitchFamily="2" charset="0"/>
                <a:ea typeface="Canva Sans"/>
                <a:cs typeface="Canva Sans"/>
                <a:sym typeface="Canva Sans"/>
              </a:rPr>
              <a:t>Find someone from another team</a:t>
            </a:r>
          </a:p>
        </p:txBody>
      </p:sp>
      <p:sp>
        <p:nvSpPr>
          <p:cNvPr id="35" name="TextBox 35"/>
          <p:cNvSpPr txBox="1"/>
          <p:nvPr/>
        </p:nvSpPr>
        <p:spPr>
          <a:xfrm>
            <a:off x="10183466" y="8216266"/>
            <a:ext cx="6920138" cy="1918334"/>
          </a:xfrm>
          <a:prstGeom prst="rect">
            <a:avLst/>
          </a:prstGeom>
        </p:spPr>
        <p:txBody>
          <a:bodyPr lIns="0" tIns="0" rIns="0" bIns="0" rtlCol="0" anchor="t">
            <a:spAutoFit/>
          </a:bodyPr>
          <a:lstStyle/>
          <a:p>
            <a:pPr marL="0" marR="0" lvl="0" indent="0" algn="l" defTabSz="914400" rtl="0" eaLnBrk="1" fontAlgn="auto" latinLnBrk="0" hangingPunct="1">
              <a:lnSpc>
                <a:spcPts val="5100"/>
              </a:lnSpc>
              <a:spcBef>
                <a:spcPts val="0"/>
              </a:spcBef>
              <a:spcAft>
                <a:spcPts val="0"/>
              </a:spcAft>
              <a:buClrTx/>
              <a:buSzTx/>
              <a:buFontTx/>
              <a:buNone/>
              <a:tabLst/>
              <a:defRPr/>
            </a:pPr>
            <a:r>
              <a:rPr kumimoji="0" lang="en-US" sz="3400" b="0" i="0" u="none" strike="noStrike" kern="1200" cap="none" spc="0" normalizeH="0" baseline="0" noProof="0" dirty="0">
                <a:ln>
                  <a:noFill/>
                </a:ln>
                <a:solidFill>
                  <a:srgbClr val="000000"/>
                </a:solidFill>
                <a:effectLst/>
                <a:uLnTx/>
                <a:uFillTx/>
                <a:latin typeface="Figtree" pitchFamily="2" charset="0"/>
                <a:ea typeface="Canva Sans"/>
                <a:cs typeface="Canva Sans"/>
                <a:sym typeface="Canva Sans"/>
              </a:rPr>
              <a:t>Share and discuss with your pair your reflections. Remember to be kind, specific and helpful.</a:t>
            </a:r>
          </a:p>
        </p:txBody>
      </p:sp>
      <p:sp>
        <p:nvSpPr>
          <p:cNvPr id="36" name="TextBox 36"/>
          <p:cNvSpPr txBox="1"/>
          <p:nvPr/>
        </p:nvSpPr>
        <p:spPr>
          <a:xfrm>
            <a:off x="769953" y="118442"/>
            <a:ext cx="7723743" cy="1569974"/>
          </a:xfrm>
          <a:prstGeom prst="rect">
            <a:avLst/>
          </a:prstGeom>
        </p:spPr>
        <p:txBody>
          <a:bodyPr lIns="0" tIns="0" rIns="0" bIns="0" rtlCol="0" anchor="t">
            <a:spAutoFit/>
          </a:bodyPr>
          <a:lstStyle/>
          <a:p>
            <a:pPr marL="0" marR="0" lvl="0" indent="0" algn="ctr" defTabSz="914400" rtl="0" eaLnBrk="1" fontAlgn="auto" latinLnBrk="0" hangingPunct="1">
              <a:lnSpc>
                <a:spcPts val="6148"/>
              </a:lnSpc>
              <a:spcBef>
                <a:spcPts val="0"/>
              </a:spcBef>
              <a:spcAft>
                <a:spcPts val="0"/>
              </a:spcAft>
              <a:buClrTx/>
              <a:buSzTx/>
              <a:buFontTx/>
              <a:buNone/>
              <a:tabLst/>
              <a:defRPr/>
            </a:pPr>
            <a:r>
              <a:rPr kumimoji="0" lang="en-US" sz="5800" b="1" i="0" u="none" strike="noStrike" kern="1200" cap="none" spc="0" normalizeH="0" baseline="0" noProof="0" dirty="0">
                <a:ln>
                  <a:noFill/>
                </a:ln>
                <a:solidFill>
                  <a:srgbClr val="00BC74"/>
                </a:solidFill>
                <a:effectLst/>
                <a:uLnTx/>
                <a:uFillTx/>
                <a:latin typeface="Figtree" pitchFamily="2" charset="0"/>
                <a:ea typeface="Figtree 2 Semi-Bold"/>
                <a:cs typeface="Figtree 2 Semi-Bold"/>
                <a:sym typeface="Figtree 2 Semi-Bold"/>
              </a:rPr>
              <a:t>Reflection and feedback</a:t>
            </a:r>
          </a:p>
        </p:txBody>
      </p:sp>
      <p:sp>
        <p:nvSpPr>
          <p:cNvPr id="37" name="Freeform 37"/>
          <p:cNvSpPr/>
          <p:nvPr/>
        </p:nvSpPr>
        <p:spPr>
          <a:xfrm>
            <a:off x="437084" y="227003"/>
            <a:ext cx="1167555" cy="2142302"/>
          </a:xfrm>
          <a:custGeom>
            <a:avLst/>
            <a:gdLst/>
            <a:ahLst/>
            <a:cxnLst/>
            <a:rect l="l" t="t" r="r" b="b"/>
            <a:pathLst>
              <a:path w="1167555" h="2142302">
                <a:moveTo>
                  <a:pt x="0" y="0"/>
                </a:moveTo>
                <a:lnTo>
                  <a:pt x="1167555" y="0"/>
                </a:lnTo>
                <a:lnTo>
                  <a:pt x="1167555" y="2142302"/>
                </a:lnTo>
                <a:lnTo>
                  <a:pt x="0" y="2142302"/>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Figtree" pitchFamily="2" charset="0"/>
              <a:ea typeface="+mn-ea"/>
              <a:cs typeface="+mn-cs"/>
            </a:endParaRPr>
          </a:p>
        </p:txBody>
      </p:sp>
      <p:sp>
        <p:nvSpPr>
          <p:cNvPr id="38" name="TextBox 38"/>
          <p:cNvSpPr txBox="1"/>
          <p:nvPr/>
        </p:nvSpPr>
        <p:spPr>
          <a:xfrm>
            <a:off x="475184" y="2310766"/>
            <a:ext cx="1911120" cy="622934"/>
          </a:xfrm>
          <a:prstGeom prst="rect">
            <a:avLst/>
          </a:prstGeom>
        </p:spPr>
        <p:txBody>
          <a:bodyPr lIns="0" tIns="0" rIns="0" bIns="0" rtlCol="0" anchor="t">
            <a:spAutoFit/>
          </a:bodyPr>
          <a:lstStyle/>
          <a:p>
            <a:pPr marL="0" marR="0" lvl="0" indent="0" algn="l" defTabSz="914400" rtl="0" eaLnBrk="1" fontAlgn="auto" latinLnBrk="0" hangingPunct="1">
              <a:lnSpc>
                <a:spcPts val="5100"/>
              </a:lnSpc>
              <a:spcBef>
                <a:spcPts val="0"/>
              </a:spcBef>
              <a:spcAft>
                <a:spcPts val="0"/>
              </a:spcAft>
              <a:buClrTx/>
              <a:buSzTx/>
              <a:buFontTx/>
              <a:buNone/>
              <a:tabLst/>
              <a:defRPr/>
            </a:pPr>
            <a:r>
              <a:rPr kumimoji="0" lang="en-US" sz="3400" b="0" i="0" u="none" strike="noStrike" kern="1200" cap="none" spc="0" normalizeH="0" baseline="0" noProof="0" dirty="0">
                <a:ln>
                  <a:noFill/>
                </a:ln>
                <a:solidFill>
                  <a:srgbClr val="000000"/>
                </a:solidFill>
                <a:effectLst/>
                <a:uLnTx/>
                <a:uFillTx/>
                <a:latin typeface="Figtree" pitchFamily="2" charset="0"/>
                <a:ea typeface="Figtree 2 Medium"/>
                <a:cs typeface="Figtree 2 Medium"/>
                <a:sym typeface="Figtree 2 Medium"/>
              </a:rPr>
              <a:t>5 min</a:t>
            </a:r>
          </a:p>
        </p:txBody>
      </p:sp>
      <p:grpSp>
        <p:nvGrpSpPr>
          <p:cNvPr id="39" name="Group 38">
            <a:extLst>
              <a:ext uri="{FF2B5EF4-FFF2-40B4-BE49-F238E27FC236}">
                <a16:creationId xmlns:a16="http://schemas.microsoft.com/office/drawing/2014/main" id="{09E18A4F-C4FB-65E0-FF11-4E92F2C65D9C}"/>
              </a:ext>
            </a:extLst>
          </p:cNvPr>
          <p:cNvGrpSpPr/>
          <p:nvPr/>
        </p:nvGrpSpPr>
        <p:grpSpPr>
          <a:xfrm>
            <a:off x="-160195" y="1281131"/>
            <a:ext cx="9607173" cy="9535119"/>
            <a:chOff x="3962400" y="1018581"/>
            <a:chExt cx="9607173" cy="9535119"/>
          </a:xfrm>
        </p:grpSpPr>
        <p:grpSp>
          <p:nvGrpSpPr>
            <p:cNvPr id="40" name="Group 39">
              <a:extLst>
                <a:ext uri="{FF2B5EF4-FFF2-40B4-BE49-F238E27FC236}">
                  <a16:creationId xmlns:a16="http://schemas.microsoft.com/office/drawing/2014/main" id="{6A80926E-D842-6A14-C214-9F582D83D373}"/>
                </a:ext>
              </a:extLst>
            </p:cNvPr>
            <p:cNvGrpSpPr/>
            <p:nvPr/>
          </p:nvGrpSpPr>
          <p:grpSpPr>
            <a:xfrm>
              <a:off x="3962400" y="1018581"/>
              <a:ext cx="9607173" cy="9535119"/>
              <a:chOff x="3962400" y="1018581"/>
              <a:chExt cx="9607173" cy="9535119"/>
            </a:xfrm>
          </p:grpSpPr>
          <p:sp>
            <p:nvSpPr>
              <p:cNvPr id="43" name="Freeform 2">
                <a:extLst>
                  <a:ext uri="{FF2B5EF4-FFF2-40B4-BE49-F238E27FC236}">
                    <a16:creationId xmlns:a16="http://schemas.microsoft.com/office/drawing/2014/main" id="{2D282F71-7E26-6A17-210C-A6528B55AC9F}"/>
                  </a:ext>
                </a:extLst>
              </p:cNvPr>
              <p:cNvSpPr/>
              <p:nvPr/>
            </p:nvSpPr>
            <p:spPr>
              <a:xfrm>
                <a:off x="3962400" y="1018581"/>
                <a:ext cx="9607173" cy="9535119"/>
              </a:xfrm>
              <a:custGeom>
                <a:avLst/>
                <a:gdLst/>
                <a:ahLst/>
                <a:cxnLst/>
                <a:rect l="l" t="t" r="r" b="b"/>
                <a:pathLst>
                  <a:path w="11003474" h="10920948">
                    <a:moveTo>
                      <a:pt x="0" y="0"/>
                    </a:moveTo>
                    <a:lnTo>
                      <a:pt x="11003474" y="0"/>
                    </a:lnTo>
                    <a:lnTo>
                      <a:pt x="11003474" y="10920948"/>
                    </a:lnTo>
                    <a:lnTo>
                      <a:pt x="0" y="10920948"/>
                    </a:lnTo>
                    <a:lnTo>
                      <a:pt x="0" y="0"/>
                    </a:lnTo>
                    <a:close/>
                  </a:path>
                </a:pathLst>
              </a:custGeom>
              <a:blipFill>
                <a:blip r:embed="rId5"/>
                <a:stretch>
                  <a:fillRect/>
                </a:stretch>
              </a:blipFill>
            </p:spPr>
            <p:txBody>
              <a:bodyPr/>
              <a:lstStyle/>
              <a:p>
                <a:endParaRPr lang="en-US"/>
              </a:p>
            </p:txBody>
          </p:sp>
          <p:grpSp>
            <p:nvGrpSpPr>
              <p:cNvPr id="44" name="Group 43">
                <a:extLst>
                  <a:ext uri="{FF2B5EF4-FFF2-40B4-BE49-F238E27FC236}">
                    <a16:creationId xmlns:a16="http://schemas.microsoft.com/office/drawing/2014/main" id="{6224B855-85F1-1EE9-E1E2-A4F0FE93D9E9}"/>
                  </a:ext>
                </a:extLst>
              </p:cNvPr>
              <p:cNvGrpSpPr/>
              <p:nvPr/>
            </p:nvGrpSpPr>
            <p:grpSpPr>
              <a:xfrm>
                <a:off x="4198795" y="3999251"/>
                <a:ext cx="9092674" cy="5529899"/>
                <a:chOff x="4198795" y="3999251"/>
                <a:chExt cx="9092674" cy="5529899"/>
              </a:xfrm>
            </p:grpSpPr>
            <p:sp>
              <p:nvSpPr>
                <p:cNvPr id="45" name="Freeform 3">
                  <a:extLst>
                    <a:ext uri="{FF2B5EF4-FFF2-40B4-BE49-F238E27FC236}">
                      <a16:creationId xmlns:a16="http://schemas.microsoft.com/office/drawing/2014/main" id="{626FF076-E88A-6410-5B6F-C6C62734251E}"/>
                    </a:ext>
                  </a:extLst>
                </p:cNvPr>
                <p:cNvSpPr/>
                <p:nvPr/>
              </p:nvSpPr>
              <p:spPr>
                <a:xfrm>
                  <a:off x="9921113" y="7307115"/>
                  <a:ext cx="1378215" cy="1684485"/>
                </a:xfrm>
                <a:custGeom>
                  <a:avLst/>
                  <a:gdLst/>
                  <a:ahLst/>
                  <a:cxnLst/>
                  <a:rect l="l" t="t" r="r" b="b"/>
                  <a:pathLst>
                    <a:path w="1378215" h="1684485">
                      <a:moveTo>
                        <a:pt x="0" y="0"/>
                      </a:moveTo>
                      <a:lnTo>
                        <a:pt x="1378215" y="0"/>
                      </a:lnTo>
                      <a:lnTo>
                        <a:pt x="1378215" y="1684485"/>
                      </a:lnTo>
                      <a:lnTo>
                        <a:pt x="0" y="1684485"/>
                      </a:lnTo>
                      <a:lnTo>
                        <a:pt x="0" y="0"/>
                      </a:lnTo>
                      <a:close/>
                    </a:path>
                  </a:pathLst>
                </a:custGeom>
                <a:blipFill>
                  <a:blip r:embed="rId6">
                    <a:alphaModFix amt="19999"/>
                  </a:blip>
                  <a:stretch>
                    <a:fillRect l="-38480" t="-14579" r="-28312" b="-21887"/>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Figtree" pitchFamily="2" charset="0"/>
                    <a:ea typeface="+mn-ea"/>
                    <a:cs typeface="+mn-cs"/>
                  </a:endParaRPr>
                </a:p>
              </p:txBody>
            </p:sp>
            <p:sp>
              <p:nvSpPr>
                <p:cNvPr id="46" name="Freeform 4">
                  <a:extLst>
                    <a:ext uri="{FF2B5EF4-FFF2-40B4-BE49-F238E27FC236}">
                      <a16:creationId xmlns:a16="http://schemas.microsoft.com/office/drawing/2014/main" id="{7A66A62D-4376-3F9F-7791-F02AFC0780F0}"/>
                    </a:ext>
                  </a:extLst>
                </p:cNvPr>
                <p:cNvSpPr/>
                <p:nvPr/>
              </p:nvSpPr>
              <p:spPr>
                <a:xfrm>
                  <a:off x="4960795" y="3999251"/>
                  <a:ext cx="1460982" cy="1645770"/>
                </a:xfrm>
                <a:custGeom>
                  <a:avLst/>
                  <a:gdLst/>
                  <a:ahLst/>
                  <a:cxnLst/>
                  <a:rect l="l" t="t" r="r" b="b"/>
                  <a:pathLst>
                    <a:path w="1460982" h="1645770">
                      <a:moveTo>
                        <a:pt x="0" y="0"/>
                      </a:moveTo>
                      <a:lnTo>
                        <a:pt x="1460982" y="0"/>
                      </a:lnTo>
                      <a:lnTo>
                        <a:pt x="1460982" y="1645769"/>
                      </a:lnTo>
                      <a:lnTo>
                        <a:pt x="0" y="1645769"/>
                      </a:lnTo>
                      <a:lnTo>
                        <a:pt x="0" y="0"/>
                      </a:lnTo>
                      <a:close/>
                    </a:path>
                  </a:pathLst>
                </a:custGeom>
                <a:blipFill>
                  <a:blip r:embed="rId7">
                    <a:alphaModFix amt="19999"/>
                  </a:blip>
                  <a:stretch>
                    <a:fillRect l="-28709" t="-8048" r="-32740" b="-35273"/>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Figtree" pitchFamily="2" charset="0"/>
                    <a:ea typeface="+mn-ea"/>
                    <a:cs typeface="+mn-cs"/>
                  </a:endParaRPr>
                </a:p>
              </p:txBody>
            </p:sp>
            <p:sp>
              <p:nvSpPr>
                <p:cNvPr id="47" name="Freeform 5">
                  <a:extLst>
                    <a:ext uri="{FF2B5EF4-FFF2-40B4-BE49-F238E27FC236}">
                      <a16:creationId xmlns:a16="http://schemas.microsoft.com/office/drawing/2014/main" id="{70205B7A-4253-6685-090A-CD1C6ECEBD61}"/>
                    </a:ext>
                  </a:extLst>
                </p:cNvPr>
                <p:cNvSpPr/>
                <p:nvPr/>
              </p:nvSpPr>
              <p:spPr>
                <a:xfrm>
                  <a:off x="6027595" y="7583019"/>
                  <a:ext cx="1557231" cy="1488931"/>
                </a:xfrm>
                <a:custGeom>
                  <a:avLst/>
                  <a:gdLst/>
                  <a:ahLst/>
                  <a:cxnLst/>
                  <a:rect l="l" t="t" r="r" b="b"/>
                  <a:pathLst>
                    <a:path w="1557231" h="1488931">
                      <a:moveTo>
                        <a:pt x="0" y="0"/>
                      </a:moveTo>
                      <a:lnTo>
                        <a:pt x="1557231" y="0"/>
                      </a:lnTo>
                      <a:lnTo>
                        <a:pt x="1557231" y="1488931"/>
                      </a:lnTo>
                      <a:lnTo>
                        <a:pt x="0" y="1488931"/>
                      </a:lnTo>
                      <a:lnTo>
                        <a:pt x="0" y="0"/>
                      </a:lnTo>
                      <a:close/>
                    </a:path>
                  </a:pathLst>
                </a:custGeom>
                <a:blipFill>
                  <a:blip r:embed="rId8">
                    <a:alphaModFix amt="19999"/>
                  </a:blip>
                  <a:stretch>
                    <a:fillRect l="-18218" t="-21751" r="-20215" b="-23032"/>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Figtree" pitchFamily="2" charset="0"/>
                    <a:ea typeface="+mn-ea"/>
                    <a:cs typeface="+mn-cs"/>
                  </a:endParaRPr>
                </a:p>
              </p:txBody>
            </p:sp>
            <p:sp>
              <p:nvSpPr>
                <p:cNvPr id="48" name="Freeform 6">
                  <a:extLst>
                    <a:ext uri="{FF2B5EF4-FFF2-40B4-BE49-F238E27FC236}">
                      <a16:creationId xmlns:a16="http://schemas.microsoft.com/office/drawing/2014/main" id="{DD326E63-8E94-C6A9-B563-037809DD5949}"/>
                    </a:ext>
                  </a:extLst>
                </p:cNvPr>
                <p:cNvSpPr/>
                <p:nvPr/>
              </p:nvSpPr>
              <p:spPr>
                <a:xfrm>
                  <a:off x="10950910" y="4054672"/>
                  <a:ext cx="1652245" cy="1510116"/>
                </a:xfrm>
                <a:custGeom>
                  <a:avLst/>
                  <a:gdLst/>
                  <a:ahLst/>
                  <a:cxnLst/>
                  <a:rect l="l" t="t" r="r" b="b"/>
                  <a:pathLst>
                    <a:path w="1652245" h="1510116">
                      <a:moveTo>
                        <a:pt x="0" y="0"/>
                      </a:moveTo>
                      <a:lnTo>
                        <a:pt x="1652245" y="0"/>
                      </a:lnTo>
                      <a:lnTo>
                        <a:pt x="1652245" y="1510116"/>
                      </a:lnTo>
                      <a:lnTo>
                        <a:pt x="0" y="1510116"/>
                      </a:lnTo>
                      <a:lnTo>
                        <a:pt x="0" y="0"/>
                      </a:lnTo>
                      <a:close/>
                    </a:path>
                  </a:pathLst>
                </a:custGeom>
                <a:blipFill>
                  <a:blip r:embed="rId9"/>
                  <a:stretch>
                    <a:fillRect l="-19727" t="-17917" r="-21182" b="-36254"/>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Figtree" pitchFamily="2" charset="0"/>
                    <a:ea typeface="+mn-ea"/>
                    <a:cs typeface="+mn-cs"/>
                  </a:endParaRPr>
                </a:p>
              </p:txBody>
            </p:sp>
            <p:sp>
              <p:nvSpPr>
                <p:cNvPr id="49" name="TextBox 10">
                  <a:extLst>
                    <a:ext uri="{FF2B5EF4-FFF2-40B4-BE49-F238E27FC236}">
                      <a16:creationId xmlns:a16="http://schemas.microsoft.com/office/drawing/2014/main" id="{CE656C67-ECC1-57CA-18D5-E976B1E0DB1C}"/>
                    </a:ext>
                  </a:extLst>
                </p:cNvPr>
                <p:cNvSpPr txBox="1"/>
                <p:nvPr/>
              </p:nvSpPr>
              <p:spPr>
                <a:xfrm>
                  <a:off x="10249415" y="5555263"/>
                  <a:ext cx="3042054" cy="500137"/>
                </a:xfrm>
                <a:prstGeom prst="rect">
                  <a:avLst/>
                </a:prstGeom>
              </p:spPr>
              <p:txBody>
                <a:bodyPr lIns="0" tIns="0" rIns="0" bIns="0" rtlCol="0" anchor="t">
                  <a:spAutoFit/>
                </a:bodyPr>
                <a:lstStyle/>
                <a:p>
                  <a:pPr marL="0" marR="0" lvl="0" indent="0" algn="ctr" defTabSz="914400" rtl="0" eaLnBrk="1" fontAlgn="auto" latinLnBrk="0" hangingPunct="1">
                    <a:lnSpc>
                      <a:spcPts val="4200"/>
                    </a:lnSpc>
                    <a:spcBef>
                      <a:spcPct val="0"/>
                    </a:spcBef>
                    <a:spcAft>
                      <a:spcPts val="0"/>
                    </a:spcAft>
                    <a:buClrTx/>
                    <a:buSzTx/>
                    <a:buFontTx/>
                    <a:buNone/>
                    <a:tabLst/>
                    <a:defRPr/>
                  </a:pPr>
                  <a:r>
                    <a:rPr kumimoji="0" lang="en-US" sz="3000" b="0" i="0" u="none" strike="noStrike" kern="1200" cap="none" spc="0" normalizeH="0" baseline="0" noProof="0" dirty="0">
                      <a:ln>
                        <a:noFill/>
                      </a:ln>
                      <a:solidFill>
                        <a:srgbClr val="C0ADFF"/>
                      </a:solidFill>
                      <a:effectLst/>
                      <a:uLnTx/>
                      <a:uFillTx/>
                      <a:latin typeface="Figtree" pitchFamily="2" charset="0"/>
                      <a:ea typeface="Figtree 1"/>
                      <a:cs typeface="Figtree 1"/>
                      <a:sym typeface="Figtree 1"/>
                    </a:rPr>
                    <a:t>Define</a:t>
                  </a:r>
                </a:p>
              </p:txBody>
            </p:sp>
            <p:sp>
              <p:nvSpPr>
                <p:cNvPr id="50" name="TextBox 11">
                  <a:extLst>
                    <a:ext uri="{FF2B5EF4-FFF2-40B4-BE49-F238E27FC236}">
                      <a16:creationId xmlns:a16="http://schemas.microsoft.com/office/drawing/2014/main" id="{75C54C95-51BB-C571-1417-8B5C7D6F8193}"/>
                    </a:ext>
                  </a:extLst>
                </p:cNvPr>
                <p:cNvSpPr txBox="1"/>
                <p:nvPr/>
              </p:nvSpPr>
              <p:spPr>
                <a:xfrm>
                  <a:off x="9108244" y="8982075"/>
                  <a:ext cx="3042054" cy="500137"/>
                </a:xfrm>
                <a:prstGeom prst="rect">
                  <a:avLst/>
                </a:prstGeom>
              </p:spPr>
              <p:txBody>
                <a:bodyPr lIns="0" tIns="0" rIns="0" bIns="0" rtlCol="0" anchor="t">
                  <a:spAutoFit/>
                </a:bodyPr>
                <a:lstStyle/>
                <a:p>
                  <a:pPr marL="0" marR="0" lvl="0" indent="0" algn="ctr" defTabSz="914400" rtl="0" eaLnBrk="1" fontAlgn="auto" latinLnBrk="0" hangingPunct="1">
                    <a:lnSpc>
                      <a:spcPts val="4200"/>
                    </a:lnSpc>
                    <a:spcBef>
                      <a:spcPct val="0"/>
                    </a:spcBef>
                    <a:spcAft>
                      <a:spcPts val="0"/>
                    </a:spcAft>
                    <a:buClrTx/>
                    <a:buSzTx/>
                    <a:buFontTx/>
                    <a:buNone/>
                    <a:tabLst/>
                    <a:defRPr/>
                  </a:pPr>
                  <a:r>
                    <a:rPr kumimoji="0" lang="en-US" sz="3000" b="0" i="0" u="none" strike="noStrike" kern="1200" cap="none" spc="0" normalizeH="0" baseline="0" noProof="0" dirty="0">
                      <a:ln>
                        <a:noFill/>
                      </a:ln>
                      <a:solidFill>
                        <a:srgbClr val="4C34E5">
                          <a:alpha val="19608"/>
                        </a:srgbClr>
                      </a:solidFill>
                      <a:effectLst/>
                      <a:uLnTx/>
                      <a:uFillTx/>
                      <a:latin typeface="Figtree" pitchFamily="2" charset="0"/>
                      <a:ea typeface="Figtree 1"/>
                      <a:cs typeface="Figtree 1"/>
                      <a:sym typeface="Figtree 1"/>
                    </a:rPr>
                    <a:t>Ideate</a:t>
                  </a:r>
                </a:p>
              </p:txBody>
            </p:sp>
            <p:sp>
              <p:nvSpPr>
                <p:cNvPr id="51" name="TextBox 12">
                  <a:extLst>
                    <a:ext uri="{FF2B5EF4-FFF2-40B4-BE49-F238E27FC236}">
                      <a16:creationId xmlns:a16="http://schemas.microsoft.com/office/drawing/2014/main" id="{0CD435F5-9426-C93E-F0AF-A490B5634E8A}"/>
                    </a:ext>
                  </a:extLst>
                </p:cNvPr>
                <p:cNvSpPr txBox="1"/>
                <p:nvPr/>
              </p:nvSpPr>
              <p:spPr>
                <a:xfrm>
                  <a:off x="5265595" y="9029013"/>
                  <a:ext cx="3042054" cy="500137"/>
                </a:xfrm>
                <a:prstGeom prst="rect">
                  <a:avLst/>
                </a:prstGeom>
              </p:spPr>
              <p:txBody>
                <a:bodyPr lIns="0" tIns="0" rIns="0" bIns="0" rtlCol="0" anchor="t">
                  <a:spAutoFit/>
                </a:bodyPr>
                <a:lstStyle/>
                <a:p>
                  <a:pPr marL="0" marR="0" lvl="0" indent="0" algn="ctr" defTabSz="914400" rtl="0" eaLnBrk="1" fontAlgn="auto" latinLnBrk="0" hangingPunct="1">
                    <a:lnSpc>
                      <a:spcPts val="4200"/>
                    </a:lnSpc>
                    <a:spcBef>
                      <a:spcPct val="0"/>
                    </a:spcBef>
                    <a:spcAft>
                      <a:spcPts val="0"/>
                    </a:spcAft>
                    <a:buClrTx/>
                    <a:buSzTx/>
                    <a:buFontTx/>
                    <a:buNone/>
                    <a:tabLst/>
                    <a:defRPr/>
                  </a:pPr>
                  <a:r>
                    <a:rPr kumimoji="0" lang="en-US" sz="3000" b="0" i="0" u="none" strike="noStrike" kern="1200" cap="none" spc="0" normalizeH="0" baseline="0" noProof="0" dirty="0">
                      <a:ln>
                        <a:noFill/>
                      </a:ln>
                      <a:solidFill>
                        <a:srgbClr val="00BC74">
                          <a:alpha val="19608"/>
                        </a:srgbClr>
                      </a:solidFill>
                      <a:effectLst/>
                      <a:uLnTx/>
                      <a:uFillTx/>
                      <a:latin typeface="Figtree" pitchFamily="2" charset="0"/>
                      <a:ea typeface="Figtree 1"/>
                      <a:cs typeface="Figtree 1"/>
                      <a:sym typeface="Figtree 1"/>
                    </a:rPr>
                    <a:t>Prototype</a:t>
                  </a:r>
                </a:p>
              </p:txBody>
            </p:sp>
            <p:sp>
              <p:nvSpPr>
                <p:cNvPr id="52" name="TextBox 13">
                  <a:extLst>
                    <a:ext uri="{FF2B5EF4-FFF2-40B4-BE49-F238E27FC236}">
                      <a16:creationId xmlns:a16="http://schemas.microsoft.com/office/drawing/2014/main" id="{8524BAA3-6442-45F4-23B4-E5C006D04575}"/>
                    </a:ext>
                  </a:extLst>
                </p:cNvPr>
                <p:cNvSpPr txBox="1"/>
                <p:nvPr/>
              </p:nvSpPr>
              <p:spPr>
                <a:xfrm>
                  <a:off x="4198795" y="5635495"/>
                  <a:ext cx="3042054" cy="500137"/>
                </a:xfrm>
                <a:prstGeom prst="rect">
                  <a:avLst/>
                </a:prstGeom>
              </p:spPr>
              <p:txBody>
                <a:bodyPr lIns="0" tIns="0" rIns="0" bIns="0" rtlCol="0" anchor="t">
                  <a:spAutoFit/>
                </a:bodyPr>
                <a:lstStyle/>
                <a:p>
                  <a:pPr marL="0" marR="0" lvl="0" indent="0" algn="ctr" defTabSz="914400" rtl="0" eaLnBrk="1" fontAlgn="auto" latinLnBrk="0" hangingPunct="1">
                    <a:lnSpc>
                      <a:spcPts val="4200"/>
                    </a:lnSpc>
                    <a:spcBef>
                      <a:spcPct val="0"/>
                    </a:spcBef>
                    <a:spcAft>
                      <a:spcPts val="0"/>
                    </a:spcAft>
                    <a:buClrTx/>
                    <a:buSzTx/>
                    <a:buFontTx/>
                    <a:buNone/>
                    <a:tabLst/>
                    <a:defRPr/>
                  </a:pPr>
                  <a:r>
                    <a:rPr kumimoji="0" lang="en-US" sz="3000" b="0" i="0" u="none" strike="noStrike" kern="1200" cap="none" spc="0" normalizeH="0" baseline="0" noProof="0" dirty="0">
                      <a:ln>
                        <a:noFill/>
                      </a:ln>
                      <a:solidFill>
                        <a:srgbClr val="FFCD1D">
                          <a:alpha val="19608"/>
                        </a:srgbClr>
                      </a:solidFill>
                      <a:effectLst/>
                      <a:uLnTx/>
                      <a:uFillTx/>
                      <a:latin typeface="Figtree" pitchFamily="2" charset="0"/>
                      <a:ea typeface="Figtree 1"/>
                      <a:cs typeface="Figtree 1"/>
                      <a:sym typeface="Figtree 1"/>
                    </a:rPr>
                    <a:t>Test</a:t>
                  </a:r>
                </a:p>
              </p:txBody>
            </p:sp>
          </p:grpSp>
        </p:grpSp>
        <p:sp>
          <p:nvSpPr>
            <p:cNvPr id="41" name="Freeform 3">
              <a:extLst>
                <a:ext uri="{FF2B5EF4-FFF2-40B4-BE49-F238E27FC236}">
                  <a16:creationId xmlns:a16="http://schemas.microsoft.com/office/drawing/2014/main" id="{6BD1A1F2-86F7-0953-A6EF-136510788470}"/>
                </a:ext>
              </a:extLst>
            </p:cNvPr>
            <p:cNvSpPr/>
            <p:nvPr/>
          </p:nvSpPr>
          <p:spPr>
            <a:xfrm>
              <a:off x="8156131" y="1913164"/>
              <a:ext cx="1353975" cy="1291723"/>
            </a:xfrm>
            <a:custGeom>
              <a:avLst/>
              <a:gdLst/>
              <a:ahLst/>
              <a:cxnLst/>
              <a:rect l="l" t="t" r="r" b="b"/>
              <a:pathLst>
                <a:path w="1353975" h="1291723">
                  <a:moveTo>
                    <a:pt x="0" y="0"/>
                  </a:moveTo>
                  <a:lnTo>
                    <a:pt x="1353975" y="0"/>
                  </a:lnTo>
                  <a:lnTo>
                    <a:pt x="1353975" y="1291724"/>
                  </a:lnTo>
                  <a:lnTo>
                    <a:pt x="0" y="1291724"/>
                  </a:lnTo>
                  <a:lnTo>
                    <a:pt x="0" y="0"/>
                  </a:lnTo>
                  <a:close/>
                </a:path>
              </a:pathLst>
            </a:custGeom>
            <a:blipFill>
              <a:blip r:embed="rId10">
                <a:alphaModFix amt="19999"/>
              </a:blip>
              <a:stretch>
                <a:fillRect l="-21418" t="-16791" r="-25096" b="-36784"/>
              </a:stretch>
            </a:blipFill>
          </p:spPr>
          <p:txBody>
            <a:bodyPr/>
            <a:lstStyle/>
            <a:p>
              <a:endParaRPr lang="en-US" dirty="0">
                <a:latin typeface="Figtree" pitchFamily="2" charset="0"/>
              </a:endParaRPr>
            </a:p>
          </p:txBody>
        </p:sp>
        <p:sp>
          <p:nvSpPr>
            <p:cNvPr id="42" name="TextBox 12">
              <a:extLst>
                <a:ext uri="{FF2B5EF4-FFF2-40B4-BE49-F238E27FC236}">
                  <a16:creationId xmlns:a16="http://schemas.microsoft.com/office/drawing/2014/main" id="{507401C6-508E-28B3-529D-D422A14B9ACF}"/>
                </a:ext>
              </a:extLst>
            </p:cNvPr>
            <p:cNvSpPr txBox="1"/>
            <p:nvPr/>
          </p:nvSpPr>
          <p:spPr>
            <a:xfrm>
              <a:off x="7246795" y="3052150"/>
              <a:ext cx="3042054" cy="500137"/>
            </a:xfrm>
            <a:prstGeom prst="rect">
              <a:avLst/>
            </a:prstGeom>
          </p:spPr>
          <p:txBody>
            <a:bodyPr lIns="0" tIns="0" rIns="0" bIns="0" rtlCol="0" anchor="t">
              <a:spAutoFit/>
            </a:bodyPr>
            <a:lstStyle/>
            <a:p>
              <a:pPr algn="ctr">
                <a:lnSpc>
                  <a:spcPts val="4200"/>
                </a:lnSpc>
                <a:spcBef>
                  <a:spcPct val="0"/>
                </a:spcBef>
              </a:pPr>
              <a:r>
                <a:rPr lang="en-US" sz="3000" dirty="0" err="1">
                  <a:solidFill>
                    <a:srgbClr val="FF6D3A">
                      <a:alpha val="19608"/>
                    </a:srgbClr>
                  </a:solidFill>
                  <a:latin typeface="Figtree" pitchFamily="2" charset="0"/>
                  <a:ea typeface="Figtree 1"/>
                  <a:cs typeface="Figtree 1"/>
                  <a:sym typeface="Figtree 1"/>
                </a:rPr>
                <a:t>Empathise</a:t>
              </a:r>
              <a:endParaRPr lang="en-US" sz="3000" dirty="0">
                <a:solidFill>
                  <a:srgbClr val="FF6D3A">
                    <a:alpha val="19608"/>
                  </a:srgbClr>
                </a:solidFill>
                <a:latin typeface="Figtree" pitchFamily="2" charset="0"/>
                <a:ea typeface="Figtree 1"/>
                <a:cs typeface="Figtree 1"/>
                <a:sym typeface="Figtree 1"/>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12806</TotalTime>
  <Words>606</Words>
  <Application>Microsoft Macintosh PowerPoint</Application>
  <PresentationFormat>Custom</PresentationFormat>
  <Paragraphs>81</Paragraphs>
  <Slides>3</Slides>
  <Notes>3</Notes>
  <HiddenSlides>0</HiddenSlides>
  <MMClips>0</MMClips>
  <ScaleCrop>false</ScaleCrop>
  <HeadingPairs>
    <vt:vector size="6" baseType="variant">
      <vt:variant>
        <vt:lpstr>Fonts Used</vt:lpstr>
      </vt:variant>
      <vt:variant>
        <vt:i4>2</vt:i4>
      </vt:variant>
      <vt:variant>
        <vt:lpstr>Theme</vt:lpstr>
      </vt:variant>
      <vt:variant>
        <vt:i4>2</vt:i4>
      </vt:variant>
      <vt:variant>
        <vt:lpstr>Slide Titles</vt:lpstr>
      </vt:variant>
      <vt:variant>
        <vt:i4>3</vt:i4>
      </vt:variant>
    </vt:vector>
  </HeadingPairs>
  <TitlesOfParts>
    <vt:vector size="7" baseType="lpstr">
      <vt:lpstr>Figtree</vt:lpstr>
      <vt:lpstr>Arial</vt:lpstr>
      <vt:lpstr>Office Theme</vt:lpstr>
      <vt:lpstr>1_Office Theme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MSB4_OS_Design thinking for prosthesis_Education officer</dc:title>
  <cp:lastModifiedBy>Matthew Bird 2</cp:lastModifiedBy>
  <cp:revision>67</cp:revision>
  <dcterms:created xsi:type="dcterms:W3CDTF">2006-08-16T00:00:00Z</dcterms:created>
  <dcterms:modified xsi:type="dcterms:W3CDTF">2026-04-19T23:46:42Z</dcterms:modified>
  <dc:identifier>DAGwkcl0ZJM</dc:identifier>
</cp:coreProperties>
</file>